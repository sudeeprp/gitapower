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0" r:id="rId5"/>
    <p:sldId id="263" r:id="rId6"/>
    <p:sldId id="261" r:id="rId7"/>
    <p:sldId id="262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11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359383" y="803586"/>
            <a:ext cx="4406543" cy="4911414"/>
            <a:chOff x="2359383" y="803586"/>
            <a:chExt cx="4406543" cy="4911414"/>
          </a:xfrm>
        </p:grpSpPr>
        <p:sp>
          <p:nvSpPr>
            <p:cNvPr id="5" name="Freeform 4"/>
            <p:cNvSpPr/>
            <p:nvPr/>
          </p:nvSpPr>
          <p:spPr>
            <a:xfrm rot="184993">
              <a:off x="2359383" y="813923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624151" y="80358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ardrop 3"/>
          <p:cNvSpPr/>
          <p:nvPr/>
        </p:nvSpPr>
        <p:spPr>
          <a:xfrm>
            <a:off x="6553200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ardrop 17"/>
          <p:cNvSpPr/>
          <p:nvPr/>
        </p:nvSpPr>
        <p:spPr>
          <a:xfrm flipV="1">
            <a:off x="6553200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ardrop 18"/>
          <p:cNvSpPr/>
          <p:nvPr/>
        </p:nvSpPr>
        <p:spPr>
          <a:xfrm flipH="1" flipV="1">
            <a:off x="2128241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ardrop 19"/>
          <p:cNvSpPr/>
          <p:nvPr/>
        </p:nvSpPr>
        <p:spPr>
          <a:xfrm flipH="1">
            <a:off x="2128241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/>
          <p:cNvSpPr txBox="1"/>
          <p:nvPr/>
        </p:nvSpPr>
        <p:spPr>
          <a:xfrm>
            <a:off x="2849379" y="129540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noFill/>
              </a:ln>
              <a:solidFill>
                <a:sysClr val="windowText" lastClr="000000"/>
              </a:solidFill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76800" y="129540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93D99E4-E0A7-D65C-C7DF-628C1BB46F76}"/>
              </a:ext>
            </a:extLst>
          </p:cNvPr>
          <p:cNvGrpSpPr/>
          <p:nvPr/>
        </p:nvGrpSpPr>
        <p:grpSpPr>
          <a:xfrm>
            <a:off x="1220536" y="670806"/>
            <a:ext cx="1978177" cy="995176"/>
            <a:chOff x="1220536" y="670806"/>
            <a:chExt cx="1978177" cy="99517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0536" y="670806"/>
              <a:ext cx="16761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3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135" y="1081207"/>
              <a:ext cx="16655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32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10612659">
            <a:off x="4917077" y="2283709"/>
            <a:ext cx="78904" cy="1800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10841120">
            <a:off x="4472051" y="1733491"/>
            <a:ext cx="78816" cy="180000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15018</TotalTime>
  <Words>28</Words>
  <Application>Microsoft Office PowerPoint</Application>
  <PresentationFormat>On-screen Show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sudeep@rapalearning.com</cp:lastModifiedBy>
  <cp:revision>51</cp:revision>
  <dcterms:created xsi:type="dcterms:W3CDTF">2017-02-16T16:21:17Z</dcterms:created>
  <dcterms:modified xsi:type="dcterms:W3CDTF">2024-11-10T15:46:20Z</dcterms:modified>
</cp:coreProperties>
</file>