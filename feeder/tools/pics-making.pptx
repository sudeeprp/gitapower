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4" r:id="rId4"/>
    <p:sldId id="260" r:id="rId5"/>
    <p:sldId id="263" r:id="rId6"/>
    <p:sldId id="261" r:id="rId7"/>
    <p:sldId id="262" r:id="rId8"/>
    <p:sldId id="259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504D"/>
    <a:srgbClr val="822492"/>
    <a:srgbClr val="FFCC00"/>
    <a:srgbClr val="D9D9D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7" d="100"/>
          <a:sy n="87" d="100"/>
        </p:scale>
        <p:origin x="111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17-11-2024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24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17-11-2024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2227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17-11-2024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9523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17-11-2024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265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17-11-2024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9793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17-11-2024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42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17-11-2024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929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17-11-2024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0687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17-11-2024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2038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17-11-2024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3029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17-11-2024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21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E5DCE2-4C0C-4B49-9538-1E32127C0620}" type="datetimeFigureOut">
              <a:rPr lang="en-IN" smtClean="0"/>
              <a:t>17-11-2024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154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jpeg"/><Relationship Id="rId18" Type="http://schemas.openxmlformats.org/officeDocument/2006/relationships/image" Target="../media/image15.png"/><Relationship Id="rId3" Type="http://schemas.microsoft.com/office/2007/relationships/hdphoto" Target="../media/hdphoto1.wdp"/><Relationship Id="rId7" Type="http://schemas.microsoft.com/office/2007/relationships/hdphoto" Target="../media/hdphoto2.wdp"/><Relationship Id="rId12" Type="http://schemas.openxmlformats.org/officeDocument/2006/relationships/image" Target="../media/image9.jpeg"/><Relationship Id="rId17" Type="http://schemas.openxmlformats.org/officeDocument/2006/relationships/image" Target="../media/image14.pn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5" Type="http://schemas.openxmlformats.org/officeDocument/2006/relationships/image" Target="../media/image12.jpe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1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microsoft.com/office/2007/relationships/hdphoto" Target="../media/hdphoto3.wdp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76400" y="228600"/>
            <a:ext cx="2057400" cy="914400"/>
          </a:xfrm>
          <a:prstGeom prst="rect">
            <a:avLst/>
          </a:prstGeom>
          <a:blipFill>
            <a:blip r:embed="rId2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Texturizer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" name="Straight Connector 5"/>
          <p:cNvCxnSpPr/>
          <p:nvPr/>
        </p:nvCxnSpPr>
        <p:spPr>
          <a:xfrm>
            <a:off x="1905000" y="507175"/>
            <a:ext cx="1219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1905000" y="785750"/>
            <a:ext cx="13716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200400" y="4809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3352800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3445825" y="7476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9" t="10890" r="4813" b="12487"/>
          <a:stretch/>
        </p:blipFill>
        <p:spPr bwMode="auto">
          <a:xfrm>
            <a:off x="2290521" y="1253836"/>
            <a:ext cx="600558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791200" y="228600"/>
            <a:ext cx="1524000" cy="816230"/>
          </a:xfrm>
          <a:prstGeom prst="rect">
            <a:avLst/>
          </a:prstGeom>
          <a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3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9489F6-5B93-B6F6-8254-662FF7FFCB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Diffused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95287" y="1862138"/>
            <a:ext cx="1966913" cy="9231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8611A4-6DD0-ACD9-B4F8-8D4400000B4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GlowEdges/>
                    </a14:imgEffect>
                    <a14:imgEffect>
                      <a14:colorTemperature colorTemp="1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462368" y="1862138"/>
            <a:ext cx="1966914" cy="92313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4303A74-E12C-8175-32A0-9D7D268AE58B}"/>
              </a:ext>
            </a:extLst>
          </p:cNvPr>
          <p:cNvSpPr/>
          <p:nvPr/>
        </p:nvSpPr>
        <p:spPr>
          <a:xfrm>
            <a:off x="7237414" y="1253836"/>
            <a:ext cx="1524000" cy="816230"/>
          </a:xfrm>
          <a:prstGeom prst="rect">
            <a:avLst/>
          </a:prstGeom>
          <a:blipFill>
            <a:blip r:embed="rId9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E2EE44-314F-30D3-DBCF-6FA68546D0D1}"/>
              </a:ext>
            </a:extLst>
          </p:cNvPr>
          <p:cNvSpPr/>
          <p:nvPr/>
        </p:nvSpPr>
        <p:spPr>
          <a:xfrm>
            <a:off x="7237414" y="2279072"/>
            <a:ext cx="1524000" cy="816230"/>
          </a:xfrm>
          <a:prstGeom prst="rect">
            <a:avLst/>
          </a:prstGeom>
          <a:blipFill>
            <a:blip r:embed="rId10"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GlowEdges trans="13000" smoothness="6"/>
                      </a14:imgEffect>
                      <a14:imgEffect>
                        <a14:colorTemperature colorTemp="5245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0AB198-1375-4B56-1E6E-323AEEC3E6D1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35" t="13020" r="15056" b="21882"/>
          <a:stretch/>
        </p:blipFill>
        <p:spPr>
          <a:xfrm>
            <a:off x="762000" y="3313906"/>
            <a:ext cx="457200" cy="381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E9D3DAA-C53F-FDF2-6E70-A906380EF952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0" t="32508" r="10824" b="35270"/>
          <a:stretch/>
        </p:blipFill>
        <p:spPr>
          <a:xfrm>
            <a:off x="1480210" y="3358408"/>
            <a:ext cx="392380" cy="36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7B114C-1AC1-F698-6DC8-B73717FF00F5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03" t="36788" r="14861" b="31680"/>
          <a:stretch/>
        </p:blipFill>
        <p:spPr>
          <a:xfrm>
            <a:off x="2184605" y="3358408"/>
            <a:ext cx="355189" cy="360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65B1068-9238-3808-D3B1-F87029CE7832}"/>
              </a:ext>
            </a:extLst>
          </p:cNvPr>
          <p:cNvPicPr>
            <a:picLocks noChangeAspect="1"/>
          </p:cNvPicPr>
          <p:nvPr/>
        </p:nvPicPr>
        <p:blipFill rotWithShape="1">
          <a:blip r:embed="rId14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3" t="29453" r="4377" b="32215"/>
          <a:stretch/>
        </p:blipFill>
        <p:spPr>
          <a:xfrm>
            <a:off x="1447800" y="4038600"/>
            <a:ext cx="457200" cy="428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378B52-0397-C1A6-2EC9-23B5DB9AACEB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5" t="33799" r="4933" b="28690"/>
          <a:stretch/>
        </p:blipFill>
        <p:spPr>
          <a:xfrm>
            <a:off x="2133601" y="4038600"/>
            <a:ext cx="457198" cy="42826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E68616A-9218-6EE9-A3A4-49F66329B322}"/>
              </a:ext>
            </a:extLst>
          </p:cNvPr>
          <p:cNvGrpSpPr/>
          <p:nvPr/>
        </p:nvGrpSpPr>
        <p:grpSpPr>
          <a:xfrm>
            <a:off x="3364866" y="3332031"/>
            <a:ext cx="668975" cy="567870"/>
            <a:chOff x="3364866" y="3332031"/>
            <a:chExt cx="668975" cy="56787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7C4A842-2BAB-5708-B51A-A7E83D12DD57}"/>
                </a:ext>
              </a:extLst>
            </p:cNvPr>
            <p:cNvSpPr/>
            <p:nvPr/>
          </p:nvSpPr>
          <p:spPr>
            <a:xfrm>
              <a:off x="3364866" y="3332031"/>
              <a:ext cx="604926" cy="567870"/>
            </a:xfrm>
            <a:prstGeom prst="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3E1D8FF-15E9-AAFE-324D-760487038E72}"/>
                </a:ext>
              </a:extLst>
            </p:cNvPr>
            <p:cNvSpPr/>
            <p:nvPr/>
          </p:nvSpPr>
          <p:spPr>
            <a:xfrm>
              <a:off x="3441391" y="3380069"/>
              <a:ext cx="592450" cy="439771"/>
            </a:xfrm>
            <a:prstGeom prst="roundRect">
              <a:avLst/>
            </a:prstGeom>
            <a:solidFill>
              <a:schemeClr val="tx1">
                <a:lumMod val="50000"/>
                <a:lumOff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DC9136DA-8532-B73A-14E2-6DD017CECB83}"/>
                </a:ext>
              </a:extLst>
            </p:cNvPr>
            <p:cNvSpPr/>
            <p:nvPr/>
          </p:nvSpPr>
          <p:spPr>
            <a:xfrm>
              <a:off x="3667329" y="3504406"/>
              <a:ext cx="142671" cy="190500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8AC22F04-B6DF-8C90-86C9-FBA42671E3F6}"/>
              </a:ext>
            </a:extLst>
          </p:cNvPr>
          <p:cNvPicPr>
            <a:picLocks noChangeAspect="1"/>
          </p:cNvPicPr>
          <p:nvPr/>
        </p:nvPicPr>
        <p:blipFill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05152" y="3237587"/>
            <a:ext cx="669058" cy="662314"/>
          </a:xfrm>
          <a:prstGeom prst="ellipse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2E26160-EA9D-99CC-42CC-2EFFEFE4C1DF}"/>
              </a:ext>
            </a:extLst>
          </p:cNvPr>
          <p:cNvPicPr>
            <a:picLocks noChangeAspect="1"/>
          </p:cNvPicPr>
          <p:nvPr/>
        </p:nvPicPr>
        <p:blipFill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11179" y="3228444"/>
            <a:ext cx="689549" cy="66231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4F91B2E-9630-E3DA-6A4B-693445F12748}"/>
              </a:ext>
            </a:extLst>
          </p:cNvPr>
          <p:cNvPicPr>
            <a:picLocks noChangeAspect="1"/>
          </p:cNvPicPr>
          <p:nvPr/>
        </p:nvPicPr>
        <p:blipFill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208425" y="3237587"/>
            <a:ext cx="689549" cy="70574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C5D830A-7AC0-AF27-584E-602FF5B3F0CC}"/>
              </a:ext>
            </a:extLst>
          </p:cNvPr>
          <p:cNvPicPr>
            <a:picLocks noChangeAspect="1"/>
          </p:cNvPicPr>
          <p:nvPr/>
        </p:nvPicPr>
        <p:blipFill>
          <a:blip r:embed="rId1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45415" y="3237587"/>
            <a:ext cx="734855" cy="7200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986E343-1C4F-BB8B-FF39-B823818EF1AA}"/>
              </a:ext>
            </a:extLst>
          </p:cNvPr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2095"/>
          <a:stretch/>
        </p:blipFill>
        <p:spPr>
          <a:xfrm>
            <a:off x="7927711" y="3230460"/>
            <a:ext cx="71719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86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2D31641-6E16-D3C5-104F-D809F1FF0869}"/>
              </a:ext>
            </a:extLst>
          </p:cNvPr>
          <p:cNvGrpSpPr/>
          <p:nvPr/>
        </p:nvGrpSpPr>
        <p:grpSpPr>
          <a:xfrm>
            <a:off x="2128241" y="803586"/>
            <a:ext cx="4680000" cy="4680000"/>
            <a:chOff x="2128241" y="803586"/>
            <a:chExt cx="4680000" cy="4680000"/>
          </a:xfrm>
        </p:grpSpPr>
        <p:sp>
          <p:nvSpPr>
            <p:cNvPr id="5" name="Freeform 4"/>
            <p:cNvSpPr/>
            <p:nvPr/>
          </p:nvSpPr>
          <p:spPr>
            <a:xfrm rot="184993">
              <a:off x="2354041" y="813236"/>
              <a:ext cx="2091516" cy="3652843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/>
            <p:cNvSpPr/>
            <p:nvPr/>
          </p:nvSpPr>
          <p:spPr>
            <a:xfrm rot="21426065" flipH="1">
              <a:off x="4566468" y="803586"/>
              <a:ext cx="2092276" cy="3662341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771133" y="4554340"/>
              <a:ext cx="595511" cy="834159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17030" y="4554340"/>
              <a:ext cx="595511" cy="834159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354235" y="4751883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5334350" y="4751883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026743" y="4666522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2684284" y="4647795"/>
              <a:ext cx="268020" cy="426806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2356793" y="4495800"/>
              <a:ext cx="268020" cy="341445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5693010" y="4666522"/>
              <a:ext cx="268020" cy="512167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6034036" y="4647795"/>
              <a:ext cx="268020" cy="426806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6376495" y="4495800"/>
              <a:ext cx="268020" cy="341445"/>
            </a:xfrm>
            <a:prstGeom prst="ellipse">
              <a:avLst/>
            </a:prstGeom>
            <a:solidFill>
              <a:srgbClr val="C0504D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4" name="Teardrop 3"/>
            <p:cNvSpPr/>
            <p:nvPr/>
          </p:nvSpPr>
          <p:spPr>
            <a:xfrm>
              <a:off x="6450934" y="835899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8" name="Teardrop 17"/>
            <p:cNvSpPr/>
            <p:nvPr/>
          </p:nvSpPr>
          <p:spPr>
            <a:xfrm flipV="1">
              <a:off x="6450934" y="5142141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9" name="Teardrop 18"/>
            <p:cNvSpPr/>
            <p:nvPr/>
          </p:nvSpPr>
          <p:spPr>
            <a:xfrm flipH="1" flipV="1">
              <a:off x="2128241" y="5142141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0" name="Teardrop 19"/>
            <p:cNvSpPr/>
            <p:nvPr/>
          </p:nvSpPr>
          <p:spPr>
            <a:xfrm flipH="1">
              <a:off x="2128241" y="835899"/>
              <a:ext cx="357307" cy="341445"/>
            </a:xfrm>
            <a:prstGeom prst="teardrop">
              <a:avLst/>
            </a:prstGeom>
            <a:solidFill>
              <a:srgbClr val="FFCC00"/>
            </a:solidFill>
            <a:ln>
              <a:noFill/>
            </a:ln>
            <a:effectLst>
              <a:glow rad="63500">
                <a:srgbClr val="FFFF00">
                  <a:alpha val="4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2832713" y="1262705"/>
              <a:ext cx="1161737" cy="105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i-IN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मा</a:t>
              </a:r>
              <a:endParaRPr lang="en-US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813278" y="1262705"/>
              <a:ext cx="1960168" cy="105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i-IN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शुच</a:t>
              </a:r>
              <a:r>
                <a:rPr lang="en-US" sz="6600" dirty="0">
                  <a:ln w="12700">
                    <a:noFill/>
                  </a:ln>
                  <a:solidFill>
                    <a:sysClr val="windowText" lastClr="000000"/>
                  </a:solidFill>
                  <a:effectLst>
                    <a:glow rad="139700">
                      <a:schemeClr val="accent6">
                        <a:satMod val="175000"/>
                        <a:alpha val="40000"/>
                      </a:schemeClr>
                    </a:glow>
                  </a:effectLst>
                </a:rPr>
                <a:t>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7628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93D99E4-E0A7-D65C-C7DF-628C1BB46F76}"/>
              </a:ext>
            </a:extLst>
          </p:cNvPr>
          <p:cNvGrpSpPr/>
          <p:nvPr/>
        </p:nvGrpSpPr>
        <p:grpSpPr>
          <a:xfrm>
            <a:off x="1220536" y="670806"/>
            <a:ext cx="1978177" cy="995176"/>
            <a:chOff x="1220536" y="670806"/>
            <a:chExt cx="1978177" cy="99517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83522D8-5F58-AA62-A448-82C22FC5D464}"/>
                </a:ext>
              </a:extLst>
            </p:cNvPr>
            <p:cNvSpPr txBox="1"/>
            <p:nvPr/>
          </p:nvSpPr>
          <p:spPr>
            <a:xfrm rot="21405905">
              <a:off x="1220536" y="670806"/>
              <a:ext cx="167619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look </a:t>
              </a:r>
              <a:r>
                <a:rPr lang="en-GB" sz="3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Once</a:t>
              </a:r>
              <a:endParaRPr lang="en-IN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EA3937-9165-83C7-769F-7E3DD5ECD9B3}"/>
                </a:ext>
              </a:extLst>
            </p:cNvPr>
            <p:cNvSpPr txBox="1"/>
            <p:nvPr/>
          </p:nvSpPr>
          <p:spPr>
            <a:xfrm rot="182339">
              <a:off x="1533135" y="1081207"/>
              <a:ext cx="166557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accent6">
                      <a:lumMod val="75000"/>
                    </a:schemeClr>
                  </a:solidFill>
                </a:rPr>
                <a:t>listen </a:t>
              </a:r>
              <a:r>
                <a:rPr lang="en-GB" sz="3200" dirty="0">
                  <a:solidFill>
                    <a:schemeClr val="accent6">
                      <a:lumMod val="75000"/>
                    </a:schemeClr>
                  </a:solidFill>
                </a:rPr>
                <a:t>Again</a:t>
              </a:r>
              <a:endParaRPr lang="en-IN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B4F6882-261E-F847-ADC6-70BAB77CF676}"/>
              </a:ext>
            </a:extLst>
          </p:cNvPr>
          <p:cNvGrpSpPr/>
          <p:nvPr/>
        </p:nvGrpSpPr>
        <p:grpSpPr>
          <a:xfrm rot="20045583">
            <a:off x="7092077" y="3610805"/>
            <a:ext cx="1610635" cy="1088954"/>
            <a:chOff x="7092077" y="3610805"/>
            <a:chExt cx="1610635" cy="108895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B5E6072-95D8-ADD6-4CAE-BF972A7C517C}"/>
                </a:ext>
              </a:extLst>
            </p:cNvPr>
            <p:cNvGrpSpPr/>
            <p:nvPr/>
          </p:nvGrpSpPr>
          <p:grpSpPr>
            <a:xfrm rot="3582214">
              <a:off x="7485024" y="3855442"/>
              <a:ext cx="230400" cy="525600"/>
              <a:chOff x="8024239" y="1985356"/>
              <a:chExt cx="2141775" cy="4911414"/>
            </a:xfrm>
          </p:grpSpPr>
          <p:sp>
            <p:nvSpPr>
              <p:cNvPr id="8" name="Freeform 5">
                <a:extLst>
                  <a:ext uri="{FF2B5EF4-FFF2-40B4-BE49-F238E27FC236}">
                    <a16:creationId xmlns:a16="http://schemas.microsoft.com/office/drawing/2014/main" id="{170729A6-6FF2-818B-28CC-B2F3F66D52B6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0284252-355E-581E-6115-3C347C5C4F97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CA035DB-7AF6-23D8-278B-83529901E845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EDA69D9-43C0-01AA-07EE-528C1BC77A3A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46195EC-F0A2-9DE4-1E57-876E934E82D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9E63E10-6A63-6754-2CB5-09F3EBF7124C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747C04E-AC55-1872-B259-911ACFB3271E}"/>
                </a:ext>
              </a:extLst>
            </p:cNvPr>
            <p:cNvGrpSpPr/>
            <p:nvPr/>
          </p:nvGrpSpPr>
          <p:grpSpPr>
            <a:xfrm rot="4881240">
              <a:off x="7240202" y="4320867"/>
              <a:ext cx="230767" cy="527018"/>
              <a:chOff x="8668623" y="1008139"/>
              <a:chExt cx="2146049" cy="4901076"/>
            </a:xfrm>
          </p:grpSpPr>
          <p:sp>
            <p:nvSpPr>
              <p:cNvPr id="15" name="Freeform 4">
                <a:extLst>
                  <a:ext uri="{FF2B5EF4-FFF2-40B4-BE49-F238E27FC236}">
                    <a16:creationId xmlns:a16="http://schemas.microsoft.com/office/drawing/2014/main" id="{55237AD0-8C03-CD6C-ADC7-930CA406893A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9F7C79F5-8E5C-7866-CACB-F5B34EAE4E89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E6E4751-2292-A576-50A2-CB579735B100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4895AA54-1D08-534E-BC40-E33DB0604DFE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77B8A511-2BF3-12A8-0BC6-35969E5E87E0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B7EF5510-3280-7275-1DD2-B3E3B40049CB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CFC6F139-38A8-FFFA-D0C5-39E02899C91D}"/>
                </a:ext>
              </a:extLst>
            </p:cNvPr>
            <p:cNvGrpSpPr/>
            <p:nvPr/>
          </p:nvGrpSpPr>
          <p:grpSpPr>
            <a:xfrm rot="3582214">
              <a:off x="8324712" y="3463205"/>
              <a:ext cx="230400" cy="525600"/>
              <a:chOff x="8024239" y="1985356"/>
              <a:chExt cx="2141775" cy="4911414"/>
            </a:xfrm>
          </p:grpSpPr>
          <p:sp>
            <p:nvSpPr>
              <p:cNvPr id="22" name="Freeform 5">
                <a:extLst>
                  <a:ext uri="{FF2B5EF4-FFF2-40B4-BE49-F238E27FC236}">
                    <a16:creationId xmlns:a16="http://schemas.microsoft.com/office/drawing/2014/main" id="{779FB585-4780-B52E-E754-8A1090B5CE40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A1F73AAA-CE4D-F792-45AA-57A77746ED03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B93F53E-E9AE-4411-1D56-EAC172190977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8EEB79BC-AEDB-19A2-ECE1-332FDDD64A2A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0C223475-D1EC-62D9-7254-277B532CCCDE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6D52BC8A-ABA8-66BD-F980-623A6D1222A8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FE3E64-BFE0-0048-49F5-A40A43ADD7F3}"/>
                </a:ext>
              </a:extLst>
            </p:cNvPr>
            <p:cNvGrpSpPr/>
            <p:nvPr/>
          </p:nvGrpSpPr>
          <p:grpSpPr>
            <a:xfrm rot="4881240">
              <a:off x="8079890" y="3928630"/>
              <a:ext cx="230767" cy="527018"/>
              <a:chOff x="8668623" y="1008139"/>
              <a:chExt cx="2146049" cy="4901076"/>
            </a:xfrm>
          </p:grpSpPr>
          <p:sp>
            <p:nvSpPr>
              <p:cNvPr id="29" name="Freeform 4">
                <a:extLst>
                  <a:ext uri="{FF2B5EF4-FFF2-40B4-BE49-F238E27FC236}">
                    <a16:creationId xmlns:a16="http://schemas.microsoft.com/office/drawing/2014/main" id="{4E569B0E-EA8D-3A2D-4A68-A2116B81E52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6C938A78-DD00-8AF8-9157-B98D7B25B28E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5F6F89A-83BB-197E-744B-31A0F60A6132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047550C-BC60-F571-B56B-96CB67D049B6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9E9A4DC-4591-1B40-AEA0-C1326610A6F7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BB63FD16-0444-C11F-35B5-EA590D821F6D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334A6E1A-5569-4D4B-7A95-74C3138C64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421" y="838200"/>
            <a:ext cx="4761905" cy="47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9745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585590" y="431647"/>
            <a:ext cx="182880" cy="402336"/>
            <a:chOff x="2266753" y="838200"/>
            <a:chExt cx="2232973" cy="4876800"/>
          </a:xfrm>
        </p:grpSpPr>
        <p:sp>
          <p:nvSpPr>
            <p:cNvPr id="5" name="Freeform 4"/>
            <p:cNvSpPr/>
            <p:nvPr/>
          </p:nvSpPr>
          <p:spPr>
            <a:xfrm rot="184993">
              <a:off x="2266753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81000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3383239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3048000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2697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23622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/>
          <p:cNvGrpSpPr>
            <a:grpSpLocks noChangeAspect="1"/>
          </p:cNvGrpSpPr>
          <p:nvPr/>
        </p:nvGrpSpPr>
        <p:grpSpPr>
          <a:xfrm>
            <a:off x="6278754" y="994243"/>
            <a:ext cx="182017" cy="397524"/>
            <a:chOff x="4625027" y="838200"/>
            <a:chExt cx="2232973" cy="4876800"/>
          </a:xfrm>
        </p:grpSpPr>
        <p:sp>
          <p:nvSpPr>
            <p:cNvPr id="6" name="Freeform 5"/>
            <p:cNvSpPr/>
            <p:nvPr/>
          </p:nvSpPr>
          <p:spPr>
            <a:xfrm rot="21426065" flipH="1">
              <a:off x="4625027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7591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410200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77345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126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4770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250264" y="1676400"/>
            <a:ext cx="162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Vector graphics</a:t>
            </a:r>
            <a:endParaRPr lang="en-IN" dirty="0"/>
          </a:p>
        </p:txBody>
      </p:sp>
      <p:sp>
        <p:nvSpPr>
          <p:cNvPr id="7" name="TextBox 6"/>
          <p:cNvSpPr txBox="1"/>
          <p:nvPr/>
        </p:nvSpPr>
        <p:spPr>
          <a:xfrm>
            <a:off x="1295400" y="1143000"/>
            <a:ext cx="16723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Paste as pic, </a:t>
            </a:r>
          </a:p>
          <a:p>
            <a:r>
              <a:rPr lang="en-US" dirty="0"/>
              <a:t>set transparent,</a:t>
            </a:r>
          </a:p>
          <a:p>
            <a:r>
              <a:rPr lang="en-US" dirty="0"/>
              <a:t>Save picture as</a:t>
            </a:r>
            <a:endParaRPr lang="en-IN" dirty="0"/>
          </a:p>
        </p:txBody>
      </p:sp>
      <p:grpSp>
        <p:nvGrpSpPr>
          <p:cNvPr id="82" name="Group 81"/>
          <p:cNvGrpSpPr>
            <a:grpSpLocks noChangeAspect="1"/>
          </p:cNvGrpSpPr>
          <p:nvPr/>
        </p:nvGrpSpPr>
        <p:grpSpPr>
          <a:xfrm>
            <a:off x="3200400" y="2036945"/>
            <a:ext cx="288000" cy="625964"/>
            <a:chOff x="3638125" y="2057400"/>
            <a:chExt cx="175454" cy="381347"/>
          </a:xfrm>
        </p:grpSpPr>
        <p:sp>
          <p:nvSpPr>
            <p:cNvPr id="21" name="Freeform 20"/>
            <p:cNvSpPr/>
            <p:nvPr/>
          </p:nvSpPr>
          <p:spPr>
            <a:xfrm rot="21415007" flipV="1">
              <a:off x="3638125" y="213894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 flipV="1">
              <a:off x="3757656" y="2057400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 flipV="1">
              <a:off x="3722704" y="2062429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flipV="1">
              <a:off x="3695248" y="2069973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 flipV="1">
              <a:off x="3666537" y="2079172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 flipV="1">
              <a:off x="3639081" y="2100148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Up Arrow 69"/>
            <p:cNvSpPr/>
            <p:nvPr/>
          </p:nvSpPr>
          <p:spPr>
            <a:xfrm>
              <a:off x="3653462" y="2181896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1024" name="Group 1023"/>
          <p:cNvGrpSpPr>
            <a:grpSpLocks noChangeAspect="1"/>
          </p:cNvGrpSpPr>
          <p:nvPr/>
        </p:nvGrpSpPr>
        <p:grpSpPr>
          <a:xfrm>
            <a:off x="3754800" y="2057400"/>
            <a:ext cx="288000" cy="625964"/>
            <a:chOff x="4012264" y="2057400"/>
            <a:chExt cx="175454" cy="381347"/>
          </a:xfrm>
        </p:grpSpPr>
        <p:sp>
          <p:nvSpPr>
            <p:cNvPr id="30" name="Freeform 29"/>
            <p:cNvSpPr/>
            <p:nvPr/>
          </p:nvSpPr>
          <p:spPr>
            <a:xfrm rot="184993">
              <a:off x="4012264" y="205740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/>
            <p:cNvSpPr/>
            <p:nvPr/>
          </p:nvSpPr>
          <p:spPr>
            <a:xfrm>
              <a:off x="4131795" y="2365028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096843" y="2388455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069387" y="2380911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040676" y="2379256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13220" y="2365824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Up Arrow 162"/>
            <p:cNvSpPr/>
            <p:nvPr/>
          </p:nvSpPr>
          <p:spPr>
            <a:xfrm flipV="1">
              <a:off x="4032421" y="2161675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588" y="2109787"/>
            <a:ext cx="288000" cy="6392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2206625"/>
            <a:ext cx="288000" cy="6392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9" name="Group 28"/>
          <p:cNvGrpSpPr/>
          <p:nvPr/>
        </p:nvGrpSpPr>
        <p:grpSpPr>
          <a:xfrm>
            <a:off x="4521000" y="2264588"/>
            <a:ext cx="432000" cy="439055"/>
            <a:chOff x="4521000" y="2264588"/>
            <a:chExt cx="432000" cy="439055"/>
          </a:xfrm>
        </p:grpSpPr>
        <p:grpSp>
          <p:nvGrpSpPr>
            <p:cNvPr id="2" name="Group 1"/>
            <p:cNvGrpSpPr/>
            <p:nvPr/>
          </p:nvGrpSpPr>
          <p:grpSpPr>
            <a:xfrm>
              <a:off x="4521000" y="2283478"/>
              <a:ext cx="432000" cy="383522"/>
              <a:chOff x="4312987" y="2057400"/>
              <a:chExt cx="418524" cy="383522"/>
            </a:xfrm>
          </p:grpSpPr>
          <p:grpSp>
            <p:nvGrpSpPr>
              <p:cNvPr id="58" name="Group 57"/>
              <p:cNvGrpSpPr/>
              <p:nvPr/>
            </p:nvGrpSpPr>
            <p:grpSpPr>
              <a:xfrm>
                <a:off x="4397502" y="2057400"/>
                <a:ext cx="168501" cy="150066"/>
                <a:chOff x="4397502" y="2057400"/>
                <a:chExt cx="168501" cy="150066"/>
              </a:xfrm>
            </p:grpSpPr>
            <p:sp>
              <p:nvSpPr>
                <p:cNvPr id="72" name="Freeform 71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Oval 72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Oval 73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3" name="Group 82"/>
              <p:cNvGrpSpPr/>
              <p:nvPr/>
            </p:nvGrpSpPr>
            <p:grpSpPr>
              <a:xfrm rot="16607823">
                <a:off x="4572227" y="2138692"/>
                <a:ext cx="168501" cy="150066"/>
                <a:chOff x="4397502" y="2057400"/>
                <a:chExt cx="168501" cy="150066"/>
              </a:xfrm>
            </p:grpSpPr>
            <p:sp>
              <p:nvSpPr>
                <p:cNvPr id="84" name="Freeform 83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Oval 84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/>
              <p:cNvGrpSpPr/>
              <p:nvPr/>
            </p:nvGrpSpPr>
            <p:grpSpPr>
              <a:xfrm rot="3532570">
                <a:off x="4303769" y="2223597"/>
                <a:ext cx="168501" cy="150066"/>
                <a:chOff x="4397502" y="2057400"/>
                <a:chExt cx="168501" cy="150066"/>
              </a:xfrm>
            </p:grpSpPr>
            <p:sp>
              <p:nvSpPr>
                <p:cNvPr id="91" name="Freeform 90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/>
              <p:cNvGrpSpPr/>
              <p:nvPr/>
            </p:nvGrpSpPr>
            <p:grpSpPr>
              <a:xfrm rot="18907535">
                <a:off x="4464546" y="2290856"/>
                <a:ext cx="168501" cy="150066"/>
                <a:chOff x="4397502" y="2057400"/>
                <a:chExt cx="168501" cy="150066"/>
              </a:xfrm>
            </p:grpSpPr>
            <p:sp>
              <p:nvSpPr>
                <p:cNvPr id="98" name="Freeform 97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Oval 98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Oval 99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Oval 100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Oval 101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0" name="Oval 19"/>
            <p:cNvSpPr/>
            <p:nvPr/>
          </p:nvSpPr>
          <p:spPr>
            <a:xfrm>
              <a:off x="4524640" y="2264588"/>
              <a:ext cx="428360" cy="428360"/>
            </a:xfrm>
            <a:prstGeom prst="ellipse">
              <a:avLst/>
            </a:prstGeom>
            <a:solidFill>
              <a:srgbClr val="D9D9D9">
                <a:alpha val="30196"/>
              </a:srgbClr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cxnSp>
          <p:nvCxnSpPr>
            <p:cNvPr id="28" name="Straight Connector 27"/>
            <p:cNvCxnSpPr>
              <a:stCxn id="20" idx="3"/>
            </p:cNvCxnSpPr>
            <p:nvPr/>
          </p:nvCxnSpPr>
          <p:spPr>
            <a:xfrm flipH="1">
              <a:off x="4524640" y="2630216"/>
              <a:ext cx="62732" cy="7342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3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6902" y="2209800"/>
            <a:ext cx="579438" cy="5603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3D1DE0E-F304-4EED-846D-CCBEA648383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012" t="11455" r="33262" b="10545"/>
          <a:stretch/>
        </p:blipFill>
        <p:spPr>
          <a:xfrm>
            <a:off x="838200" y="3429000"/>
            <a:ext cx="2030435" cy="2674981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D71421A-6C63-4DC9-A5A3-9BCC1A5AB3D2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31"/>
          <a:stretch/>
        </p:blipFill>
        <p:spPr>
          <a:xfrm>
            <a:off x="3698168" y="3352800"/>
            <a:ext cx="5154397" cy="3429479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6CA98FAE-0597-4153-8563-E22E3D3BAAF2}"/>
              </a:ext>
            </a:extLst>
          </p:cNvPr>
          <p:cNvSpPr txBox="1"/>
          <p:nvPr/>
        </p:nvSpPr>
        <p:spPr>
          <a:xfrm>
            <a:off x="6164166" y="3408059"/>
            <a:ext cx="90137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6000" dirty="0" err="1">
                <a:solidFill>
                  <a:schemeClr val="accent6">
                    <a:lumMod val="50000"/>
                  </a:schemeClr>
                </a:solidFill>
              </a:rPr>
              <a:t>श्री</a:t>
            </a:r>
            <a:endParaRPr lang="en-IN" sz="60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01B444-247D-4CEF-9A42-FD24A7741B43}"/>
              </a:ext>
            </a:extLst>
          </p:cNvPr>
          <p:cNvSpPr txBox="1"/>
          <p:nvPr/>
        </p:nvSpPr>
        <p:spPr>
          <a:xfrm>
            <a:off x="6400799" y="5585163"/>
            <a:ext cx="17526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>
                <a:solidFill>
                  <a:schemeClr val="accent6">
                    <a:lumMod val="50000"/>
                  </a:schemeClr>
                </a:solidFill>
              </a:rPr>
              <a:t>[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</a:rPr>
              <a:t>Shr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I</a:t>
            </a:r>
            <a:r>
              <a:rPr lang="en-IN" sz="4800" dirty="0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]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60E0259-0EB2-4530-A189-7C4C7CDACBA0}"/>
              </a:ext>
            </a:extLst>
          </p:cNvPr>
          <p:cNvSpPr/>
          <p:nvPr/>
        </p:nvSpPr>
        <p:spPr>
          <a:xfrm rot="20987906">
            <a:off x="4083056" y="4904916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D9074CAA-A4A9-4683-BFA2-94D2BBB224F0}"/>
              </a:ext>
            </a:extLst>
          </p:cNvPr>
          <p:cNvSpPr/>
          <p:nvPr/>
        </p:nvSpPr>
        <p:spPr>
          <a:xfrm rot="20987906">
            <a:off x="4750846" y="4536890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5EE44268-B4DE-42BF-8D16-288588636250}"/>
              </a:ext>
            </a:extLst>
          </p:cNvPr>
          <p:cNvSpPr/>
          <p:nvPr/>
        </p:nvSpPr>
        <p:spPr>
          <a:xfrm rot="20987906">
            <a:off x="5456028" y="4196969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02BC8FF0-FBB4-48C6-B667-CF28BE622F49}"/>
              </a:ext>
            </a:extLst>
          </p:cNvPr>
          <p:cNvSpPr/>
          <p:nvPr/>
        </p:nvSpPr>
        <p:spPr>
          <a:xfrm rot="3701707">
            <a:off x="5284695" y="5745851"/>
            <a:ext cx="444907" cy="90435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F20E1A99-9A71-445F-AFB3-7A40BD28F7B2}"/>
              </a:ext>
            </a:extLst>
          </p:cNvPr>
          <p:cNvSpPr/>
          <p:nvPr/>
        </p:nvSpPr>
        <p:spPr>
          <a:xfrm rot="21120836">
            <a:off x="3938341" y="46715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40C080C3-FF40-44DE-B039-300F17D4C9D2}"/>
              </a:ext>
            </a:extLst>
          </p:cNvPr>
          <p:cNvSpPr/>
          <p:nvPr/>
        </p:nvSpPr>
        <p:spPr>
          <a:xfrm rot="21120836">
            <a:off x="3901325" y="45285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Arc 107">
            <a:extLst>
              <a:ext uri="{FF2B5EF4-FFF2-40B4-BE49-F238E27FC236}">
                <a16:creationId xmlns:a16="http://schemas.microsoft.com/office/drawing/2014/main" id="{5DDA4E33-B191-4FA3-9949-8A166B8C9A6D}"/>
              </a:ext>
            </a:extLst>
          </p:cNvPr>
          <p:cNvSpPr/>
          <p:nvPr/>
        </p:nvSpPr>
        <p:spPr>
          <a:xfrm rot="21120836">
            <a:off x="3862141" y="43862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Arc 108">
            <a:extLst>
              <a:ext uri="{FF2B5EF4-FFF2-40B4-BE49-F238E27FC236}">
                <a16:creationId xmlns:a16="http://schemas.microsoft.com/office/drawing/2014/main" id="{00E14555-D0FC-4DC2-843E-D13A80CB9410}"/>
              </a:ext>
            </a:extLst>
          </p:cNvPr>
          <p:cNvSpPr/>
          <p:nvPr/>
        </p:nvSpPr>
        <p:spPr>
          <a:xfrm rot="21120836">
            <a:off x="4615995" y="43621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Arc 109">
            <a:extLst>
              <a:ext uri="{FF2B5EF4-FFF2-40B4-BE49-F238E27FC236}">
                <a16:creationId xmlns:a16="http://schemas.microsoft.com/office/drawing/2014/main" id="{140D280D-05A1-47C7-B5DD-C31AC4006D23}"/>
              </a:ext>
            </a:extLst>
          </p:cNvPr>
          <p:cNvSpPr/>
          <p:nvPr/>
        </p:nvSpPr>
        <p:spPr>
          <a:xfrm rot="21120836">
            <a:off x="4578979" y="42191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Arc 110">
            <a:extLst>
              <a:ext uri="{FF2B5EF4-FFF2-40B4-BE49-F238E27FC236}">
                <a16:creationId xmlns:a16="http://schemas.microsoft.com/office/drawing/2014/main" id="{191F5F82-4E3B-4245-99F0-8063B0AF4F00}"/>
              </a:ext>
            </a:extLst>
          </p:cNvPr>
          <p:cNvSpPr/>
          <p:nvPr/>
        </p:nvSpPr>
        <p:spPr>
          <a:xfrm rot="21120836">
            <a:off x="4539795" y="40768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Arc 111">
            <a:extLst>
              <a:ext uri="{FF2B5EF4-FFF2-40B4-BE49-F238E27FC236}">
                <a16:creationId xmlns:a16="http://schemas.microsoft.com/office/drawing/2014/main" id="{EE315A5A-004C-49D4-9185-5FF47C1181D3}"/>
              </a:ext>
            </a:extLst>
          </p:cNvPr>
          <p:cNvSpPr/>
          <p:nvPr/>
        </p:nvSpPr>
        <p:spPr>
          <a:xfrm rot="21120836">
            <a:off x="5337902" y="4049571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3" name="Arc 112">
            <a:extLst>
              <a:ext uri="{FF2B5EF4-FFF2-40B4-BE49-F238E27FC236}">
                <a16:creationId xmlns:a16="http://schemas.microsoft.com/office/drawing/2014/main" id="{234B637F-9336-46B3-BBA3-6FC2086C8797}"/>
              </a:ext>
            </a:extLst>
          </p:cNvPr>
          <p:cNvSpPr/>
          <p:nvPr/>
        </p:nvSpPr>
        <p:spPr>
          <a:xfrm rot="21120836">
            <a:off x="5300886" y="390659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4" name="Arc 113">
            <a:extLst>
              <a:ext uri="{FF2B5EF4-FFF2-40B4-BE49-F238E27FC236}">
                <a16:creationId xmlns:a16="http://schemas.microsoft.com/office/drawing/2014/main" id="{F0C9F0A3-570B-47F3-9C35-716EDB899B83}"/>
              </a:ext>
            </a:extLst>
          </p:cNvPr>
          <p:cNvSpPr/>
          <p:nvPr/>
        </p:nvSpPr>
        <p:spPr>
          <a:xfrm rot="21120836">
            <a:off x="5261702" y="376423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2518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80">
            <a:extLst>
              <a:ext uri="{FF2B5EF4-FFF2-40B4-BE49-F238E27FC236}">
                <a16:creationId xmlns:a16="http://schemas.microsoft.com/office/drawing/2014/main" id="{4C632A77-17F4-028B-424E-6F707290D8BE}"/>
              </a:ext>
            </a:extLst>
          </p:cNvPr>
          <p:cNvGrpSpPr>
            <a:grpSpLocks noChangeAspect="1"/>
          </p:cNvGrpSpPr>
          <p:nvPr/>
        </p:nvGrpSpPr>
        <p:grpSpPr>
          <a:xfrm>
            <a:off x="1108601" y="826065"/>
            <a:ext cx="913508" cy="720000"/>
            <a:chOff x="1108601" y="826065"/>
            <a:chExt cx="1008541" cy="7949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0160027-1BA4-712A-E97D-5980BD98D678}"/>
                </a:ext>
              </a:extLst>
            </p:cNvPr>
            <p:cNvGrpSpPr/>
            <p:nvPr/>
          </p:nvGrpSpPr>
          <p:grpSpPr>
            <a:xfrm rot="17913379">
              <a:off x="1218329" y="756878"/>
              <a:ext cx="182880" cy="402336"/>
              <a:chOff x="2266753" y="838200"/>
              <a:chExt cx="2232973" cy="4876800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351D0651-6707-6AE9-A763-69ACE47274C8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04F3CD3-F609-B411-2482-8879AC733489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A1A93EA-59D9-A61A-60F4-709808B68408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36FAC1E-1A93-83B6-1B2A-46A5C9F736E3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A84D135-95DF-8CA5-25D9-585013926BFF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222625C-8195-8659-7C4E-0A99167CB448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4557C8C-0224-0D74-3F2B-77003A5C5CD1}"/>
                </a:ext>
              </a:extLst>
            </p:cNvPr>
            <p:cNvGrpSpPr>
              <a:grpSpLocks noChangeAspect="1"/>
            </p:cNvGrpSpPr>
            <p:nvPr/>
          </p:nvGrpSpPr>
          <p:grpSpPr>
            <a:xfrm rot="9989517">
              <a:off x="1600675" y="1223443"/>
              <a:ext cx="182017" cy="397524"/>
              <a:chOff x="4625027" y="838200"/>
              <a:chExt cx="2232973" cy="4876800"/>
            </a:xfrm>
          </p:grpSpPr>
          <p:sp>
            <p:nvSpPr>
              <p:cNvPr id="12" name="Freeform 5">
                <a:extLst>
                  <a:ext uri="{FF2B5EF4-FFF2-40B4-BE49-F238E27FC236}">
                    <a16:creationId xmlns:a16="http://schemas.microsoft.com/office/drawing/2014/main" id="{2BC0C1B3-7AD4-F87C-7B83-2D1E2855C12E}"/>
                  </a:ext>
                </a:extLst>
              </p:cNvPr>
              <p:cNvSpPr/>
              <p:nvPr/>
            </p:nvSpPr>
            <p:spPr>
              <a:xfrm rot="21426065" flipH="1">
                <a:off x="4625027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B30C510-609B-B820-E83F-33C2AF5E5F65}"/>
                  </a:ext>
                </a:extLst>
              </p:cNvPr>
              <p:cNvSpPr/>
              <p:nvPr/>
            </p:nvSpPr>
            <p:spPr>
              <a:xfrm>
                <a:off x="467591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9B14E4C-FB1B-8C70-9297-FE471D1737BE}"/>
                  </a:ext>
                </a:extLst>
              </p:cNvPr>
              <p:cNvSpPr/>
              <p:nvPr/>
            </p:nvSpPr>
            <p:spPr>
              <a:xfrm>
                <a:off x="5410200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1980CCA-EDAF-AE00-6A6C-D5BA063DEAA6}"/>
                  </a:ext>
                </a:extLst>
              </p:cNvPr>
              <p:cNvSpPr/>
              <p:nvPr/>
            </p:nvSpPr>
            <p:spPr>
              <a:xfrm>
                <a:off x="5777345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7B7D313-2167-FD06-DDF0-41ED292FE236}"/>
                  </a:ext>
                </a:extLst>
              </p:cNvPr>
              <p:cNvSpPr/>
              <p:nvPr/>
            </p:nvSpPr>
            <p:spPr>
              <a:xfrm>
                <a:off x="6126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BD033A2-1C95-39E9-F4CD-3A62A257E7BD}"/>
                  </a:ext>
                </a:extLst>
              </p:cNvPr>
              <p:cNvSpPr/>
              <p:nvPr/>
            </p:nvSpPr>
            <p:spPr>
              <a:xfrm>
                <a:off x="64770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D136E15-B364-8413-3620-FD21D66D1E2C}"/>
                </a:ext>
              </a:extLst>
            </p:cNvPr>
            <p:cNvGrpSpPr/>
            <p:nvPr/>
          </p:nvGrpSpPr>
          <p:grpSpPr>
            <a:xfrm rot="3334093">
              <a:off x="1824534" y="716337"/>
              <a:ext cx="182880" cy="402336"/>
              <a:chOff x="2266753" y="838200"/>
              <a:chExt cx="2232973" cy="4876800"/>
            </a:xfrm>
          </p:grpSpPr>
          <p:sp>
            <p:nvSpPr>
              <p:cNvPr id="19" name="Freeform 4">
                <a:extLst>
                  <a:ext uri="{FF2B5EF4-FFF2-40B4-BE49-F238E27FC236}">
                    <a16:creationId xmlns:a16="http://schemas.microsoft.com/office/drawing/2014/main" id="{9C5FDC2D-5D15-6DF1-19B2-45990C004A5D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CF39E2D-3FF0-88D8-C826-0C8D9A5F8BAD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DA41D25-EE2B-08DB-CA58-47CB3C0A6653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53E3A30-A98C-EF95-F304-45F3D0719E3D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7117C4A-2BE4-5A29-8519-2CC0F06C7133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4D99C4A-4FC8-A967-057B-6937475B6271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3398251-93CA-F3CD-608F-C51AE13E1761}"/>
              </a:ext>
            </a:extLst>
          </p:cNvPr>
          <p:cNvGrpSpPr/>
          <p:nvPr/>
        </p:nvGrpSpPr>
        <p:grpSpPr>
          <a:xfrm rot="3247737">
            <a:off x="1154374" y="4859109"/>
            <a:ext cx="582337" cy="648314"/>
            <a:chOff x="1545272" y="1893409"/>
            <a:chExt cx="4411594" cy="4911414"/>
          </a:xfrm>
        </p:grpSpPr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0AEC1456-879E-3F95-94D1-FB2DF6539C06}"/>
                </a:ext>
              </a:extLst>
            </p:cNvPr>
            <p:cNvSpPr/>
            <p:nvPr/>
          </p:nvSpPr>
          <p:spPr>
            <a:xfrm rot="10984993">
              <a:off x="3810817" y="288151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5">
              <a:extLst>
                <a:ext uri="{FF2B5EF4-FFF2-40B4-BE49-F238E27FC236}">
                  <a16:creationId xmlns:a16="http://schemas.microsoft.com/office/drawing/2014/main" id="{43C3CCCC-7132-6A8F-E045-FDF6BF8B317C}"/>
                </a:ext>
              </a:extLst>
            </p:cNvPr>
            <p:cNvSpPr/>
            <p:nvPr/>
          </p:nvSpPr>
          <p:spPr>
            <a:xfrm rot="10626065" flipH="1">
              <a:off x="1545272" y="2881679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8DD1883-1247-F31D-443A-B86FF02F6EE6}"/>
                </a:ext>
              </a:extLst>
            </p:cNvPr>
            <p:cNvSpPr/>
            <p:nvPr/>
          </p:nvSpPr>
          <p:spPr>
            <a:xfrm rot="10800000">
              <a:off x="3890001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FC7D47B-83A9-9667-A249-38725A771BD7}"/>
                </a:ext>
              </a:extLst>
            </p:cNvPr>
            <p:cNvSpPr/>
            <p:nvPr/>
          </p:nvSpPr>
          <p:spPr>
            <a:xfrm rot="10800000">
              <a:off x="3027814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15BDFFA1-3005-6539-147A-69CCEFB4FF40}"/>
                </a:ext>
              </a:extLst>
            </p:cNvPr>
            <p:cNvSpPr/>
            <p:nvPr/>
          </p:nvSpPr>
          <p:spPr>
            <a:xfrm rot="10800000">
              <a:off x="4661468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235460D3-F10E-E505-4842-E05118ECE3E2}"/>
                </a:ext>
              </a:extLst>
            </p:cNvPr>
            <p:cNvSpPr/>
            <p:nvPr/>
          </p:nvSpPr>
          <p:spPr>
            <a:xfrm rot="10800000">
              <a:off x="2628764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FC4C83C-7B49-FEF5-D828-BED636684967}"/>
                </a:ext>
              </a:extLst>
            </p:cNvPr>
            <p:cNvSpPr/>
            <p:nvPr/>
          </p:nvSpPr>
          <p:spPr>
            <a:xfrm rot="10800000">
              <a:off x="4996706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B6219A2-E8C1-A4FB-9D47-FE5F05B4B124}"/>
                </a:ext>
              </a:extLst>
            </p:cNvPr>
            <p:cNvSpPr/>
            <p:nvPr/>
          </p:nvSpPr>
          <p:spPr>
            <a:xfrm rot="10800000">
              <a:off x="5347267" y="230195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300C60B2-4C38-F486-2A5E-2B5E2EFDB3BD}"/>
                </a:ext>
              </a:extLst>
            </p:cNvPr>
            <p:cNvSpPr/>
            <p:nvPr/>
          </p:nvSpPr>
          <p:spPr>
            <a:xfrm rot="10800000">
              <a:off x="568250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1A7C14F-AB6A-8815-470A-150F6299D255}"/>
                </a:ext>
              </a:extLst>
            </p:cNvPr>
            <p:cNvSpPr/>
            <p:nvPr/>
          </p:nvSpPr>
          <p:spPr>
            <a:xfrm rot="10800000">
              <a:off x="2262562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3EFD17B-2E9B-ECA8-FC32-607698EA6C58}"/>
                </a:ext>
              </a:extLst>
            </p:cNvPr>
            <p:cNvSpPr/>
            <p:nvPr/>
          </p:nvSpPr>
          <p:spPr>
            <a:xfrm rot="10800000">
              <a:off x="1913467" y="230195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9290B19-C498-CF82-168F-DB3CAF4BC1D8}"/>
                </a:ext>
              </a:extLst>
            </p:cNvPr>
            <p:cNvSpPr/>
            <p:nvPr/>
          </p:nvSpPr>
          <p:spPr>
            <a:xfrm rot="10800000">
              <a:off x="156186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D71F78-332E-8949-4887-0C6F895D840A}"/>
              </a:ext>
            </a:extLst>
          </p:cNvPr>
          <p:cNvGrpSpPr/>
          <p:nvPr/>
        </p:nvGrpSpPr>
        <p:grpSpPr>
          <a:xfrm rot="3582214">
            <a:off x="2225735" y="4171479"/>
            <a:ext cx="230400" cy="525600"/>
            <a:chOff x="8024239" y="1985356"/>
            <a:chExt cx="2141775" cy="4911414"/>
          </a:xfrm>
        </p:grpSpPr>
        <p:sp>
          <p:nvSpPr>
            <p:cNvPr id="38" name="Freeform 5">
              <a:extLst>
                <a:ext uri="{FF2B5EF4-FFF2-40B4-BE49-F238E27FC236}">
                  <a16:creationId xmlns:a16="http://schemas.microsoft.com/office/drawing/2014/main" id="{00328E1B-ECC4-8813-D708-16C653FFD2F7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78A9A5E-2DEC-E6FB-562A-76351416E924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BF75779-2420-A8A0-A1CE-574C8DA04F3E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D232BF9-A61E-6FE6-AFEB-864DF714C664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2532D689-2D47-D7C0-C006-8CF49CC29A00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7C888A7-2FD0-534C-5672-F7F4BB74C23B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BD59735-D1C2-D798-F46F-8ED89ACF9F24}"/>
              </a:ext>
            </a:extLst>
          </p:cNvPr>
          <p:cNvGrpSpPr/>
          <p:nvPr/>
        </p:nvGrpSpPr>
        <p:grpSpPr>
          <a:xfrm rot="4881240">
            <a:off x="1980913" y="4636904"/>
            <a:ext cx="230767" cy="527018"/>
            <a:chOff x="8668623" y="1008139"/>
            <a:chExt cx="2146049" cy="4901076"/>
          </a:xfrm>
        </p:grpSpPr>
        <p:sp>
          <p:nvSpPr>
            <p:cNvPr id="45" name="Freeform 4">
              <a:extLst>
                <a:ext uri="{FF2B5EF4-FFF2-40B4-BE49-F238E27FC236}">
                  <a16:creationId xmlns:a16="http://schemas.microsoft.com/office/drawing/2014/main" id="{3BB5D085-684E-0C7C-8EE8-67E8B5AACE4C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2AEA01E-EBAC-C672-8791-4334D04215BA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BA0B7BF-D911-BFD2-FF9C-758F90E6DF4D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F293AC7-89EE-38CB-2F5A-26EEADC61A21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0A0551F-1442-CA53-D4EA-619099D217E9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DE1DB83-3DD2-5F77-26D6-FFACD6E973DF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29DDC9F-D7E4-26C5-4456-D0481951C6F4}"/>
              </a:ext>
            </a:extLst>
          </p:cNvPr>
          <p:cNvGrpSpPr/>
          <p:nvPr/>
        </p:nvGrpSpPr>
        <p:grpSpPr>
          <a:xfrm rot="3582214">
            <a:off x="3065423" y="3779242"/>
            <a:ext cx="230400" cy="525600"/>
            <a:chOff x="8024239" y="1985356"/>
            <a:chExt cx="2141775" cy="4911414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4A6DBC8C-37F8-B102-303E-C74D2C610335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580C920-8532-6104-F3DB-469FBF81C089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EDAF75B-AB17-FC45-085C-6D4D19865FAD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4793F91-E14F-69FB-E67B-669F96205C8D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241B58DD-96A1-809E-B486-6FD89F8F5ED2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A6CF686-94A4-8931-9B09-9DF3D0478FF5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2C1D3E0-60D1-8680-C109-E23343A13ED9}"/>
              </a:ext>
            </a:extLst>
          </p:cNvPr>
          <p:cNvGrpSpPr/>
          <p:nvPr/>
        </p:nvGrpSpPr>
        <p:grpSpPr>
          <a:xfrm rot="4881240">
            <a:off x="2820601" y="4244667"/>
            <a:ext cx="230767" cy="527018"/>
            <a:chOff x="8668623" y="1008139"/>
            <a:chExt cx="2146049" cy="4901076"/>
          </a:xfrm>
        </p:grpSpPr>
        <p:sp>
          <p:nvSpPr>
            <p:cNvPr id="61" name="Freeform 4">
              <a:extLst>
                <a:ext uri="{FF2B5EF4-FFF2-40B4-BE49-F238E27FC236}">
                  <a16:creationId xmlns:a16="http://schemas.microsoft.com/office/drawing/2014/main" id="{81CA327C-2882-7443-3C75-A5659AFB210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A8D769E-DECA-BD18-70CE-759365C2FF8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A7EC9AA5-940A-03F0-5BD1-76FEF7A61A09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2F25F0A-822E-EB29-49D7-D6D4F036D9EF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2D70ADFA-3996-A891-304B-9BD20C9A4E3D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155B2B-7F26-F65D-A1A7-945513BE680C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628810A-6E69-B115-B39C-E6DACC613664}"/>
              </a:ext>
            </a:extLst>
          </p:cNvPr>
          <p:cNvGrpSpPr/>
          <p:nvPr/>
        </p:nvGrpSpPr>
        <p:grpSpPr>
          <a:xfrm rot="10800000">
            <a:off x="5628522" y="3349159"/>
            <a:ext cx="2535747" cy="2823040"/>
            <a:chOff x="1545270" y="1893404"/>
            <a:chExt cx="4411588" cy="4911403"/>
          </a:xfrm>
        </p:grpSpPr>
        <p:sp>
          <p:nvSpPr>
            <p:cNvPr id="68" name="Freeform 4">
              <a:extLst>
                <a:ext uri="{FF2B5EF4-FFF2-40B4-BE49-F238E27FC236}">
                  <a16:creationId xmlns:a16="http://schemas.microsoft.com/office/drawing/2014/main" id="{628AFC1F-9473-7281-4AE5-80047C106346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 5">
              <a:extLst>
                <a:ext uri="{FF2B5EF4-FFF2-40B4-BE49-F238E27FC236}">
                  <a16:creationId xmlns:a16="http://schemas.microsoft.com/office/drawing/2014/main" id="{84DB8AB6-9BF5-91FA-D124-6EEA85B3702C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E695494-A4C7-1B50-98D7-50BD7D411F9D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FAE7EF7-39CA-8EEF-588B-3806837A2423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13729AE-9952-BEF7-E182-00534C0BDB9E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587C7A44-EA8A-6D46-C482-D48EF65A2E5F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3B557CA1-D6F9-47EA-F2E1-32C54FF3D8AB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74F77EE9-22A2-6D4B-100D-4BA7512C524B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3F4AAF47-5A7D-0CAD-717A-107F06C0A85E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056DCA6-9B0A-2E8D-F4ED-8C1EB19EE7A7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6DC9D91-0DBF-1CD6-AB84-6C581995CE57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35E34CEF-4D48-FE6A-04CE-A9B37D29F2B4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31D14CC-8E0B-539F-1A65-BB636510FCB8}"/>
              </a:ext>
            </a:extLst>
          </p:cNvPr>
          <p:cNvGrpSpPr>
            <a:grpSpLocks noChangeAspect="1"/>
          </p:cNvGrpSpPr>
          <p:nvPr/>
        </p:nvGrpSpPr>
        <p:grpSpPr>
          <a:xfrm>
            <a:off x="960061" y="2743200"/>
            <a:ext cx="289667" cy="206945"/>
            <a:chOff x="984315" y="2776957"/>
            <a:chExt cx="706509" cy="504745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831971BC-615E-7B2E-23B8-DF677DD29187}"/>
                </a:ext>
              </a:extLst>
            </p:cNvPr>
            <p:cNvGrpSpPr/>
            <p:nvPr/>
          </p:nvGrpSpPr>
          <p:grpSpPr>
            <a:xfrm rot="4652779">
              <a:off x="1312824" y="2629357"/>
              <a:ext cx="230400" cy="525600"/>
              <a:chOff x="8024239" y="1985356"/>
              <a:chExt cx="2141775" cy="4911414"/>
            </a:xfrm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58E90C6-130A-47DA-C9F1-6A1E20F3FADE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24A7D432-59D0-97CD-2741-77AB0A218D25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3E09CA6-99B6-5857-ECA7-A94E14D60BB1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63066A4-365A-37A9-6CC1-B711D327CB8F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87E41B17-85A7-BF99-000D-7E419642EB2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865E4789-326C-F877-4C37-49B97B3429AA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FE606A12-F28D-53F9-6BD2-05CF70B14B46}"/>
                </a:ext>
              </a:extLst>
            </p:cNvPr>
            <p:cNvGrpSpPr/>
            <p:nvPr/>
          </p:nvGrpSpPr>
          <p:grpSpPr>
            <a:xfrm rot="4881240">
              <a:off x="1132440" y="2902810"/>
              <a:ext cx="230767" cy="527018"/>
              <a:chOff x="8668623" y="1008139"/>
              <a:chExt cx="2146049" cy="4901076"/>
            </a:xfrm>
          </p:grpSpPr>
          <p:sp>
            <p:nvSpPr>
              <p:cNvPr id="111" name="Freeform 4">
                <a:extLst>
                  <a:ext uri="{FF2B5EF4-FFF2-40B4-BE49-F238E27FC236}">
                    <a16:creationId xmlns:a16="http://schemas.microsoft.com/office/drawing/2014/main" id="{DA65F5F1-6A24-24CF-C16A-9CAE5F963F8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F56DE9D-86DC-C883-64E3-AAF0B5E1B71D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D059270-8617-DA22-17BE-9130BF7B2331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44546A85-50AF-D7B6-73E0-B7333C3748CD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49D6C488-359C-F05B-39C3-7CA66046EEDC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25E4E0DD-C2C9-EF94-06EF-EE329170D325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B56254C-00B8-D044-624F-8094B589FBCF}"/>
              </a:ext>
            </a:extLst>
          </p:cNvPr>
          <p:cNvGrpSpPr>
            <a:grpSpLocks noChangeAspect="1"/>
          </p:cNvGrpSpPr>
          <p:nvPr/>
        </p:nvGrpSpPr>
        <p:grpSpPr>
          <a:xfrm rot="3496093">
            <a:off x="4624215" y="1198975"/>
            <a:ext cx="175167" cy="399600"/>
            <a:chOff x="8024239" y="1985356"/>
            <a:chExt cx="2141775" cy="4911414"/>
          </a:xfrm>
        </p:grpSpPr>
        <p:sp>
          <p:nvSpPr>
            <p:cNvPr id="87" name="Freeform 5">
              <a:extLst>
                <a:ext uri="{FF2B5EF4-FFF2-40B4-BE49-F238E27FC236}">
                  <a16:creationId xmlns:a16="http://schemas.microsoft.com/office/drawing/2014/main" id="{84565CF0-DAE7-E1BD-2B63-A36A8E99DEF3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879C8196-575A-AC2B-2A98-AEB5AB3884BF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52A15E1D-3B00-32E2-CB90-058314051378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92F89F9-B7D8-5DC8-D891-12E0B2E95F3B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8CEF0625-23AF-687F-D271-2D77E99D9B9C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7E2147F3-E261-9346-7C88-CC3C08ADAE6E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2C27F-07A0-DE1E-EF50-F2DEEC2EA28C}"/>
              </a:ext>
            </a:extLst>
          </p:cNvPr>
          <p:cNvGrpSpPr>
            <a:grpSpLocks noChangeAspect="1"/>
          </p:cNvGrpSpPr>
          <p:nvPr/>
        </p:nvGrpSpPr>
        <p:grpSpPr>
          <a:xfrm rot="3426957">
            <a:off x="4388563" y="1737977"/>
            <a:ext cx="174259" cy="397973"/>
            <a:chOff x="8668623" y="1008139"/>
            <a:chExt cx="2146049" cy="4901076"/>
          </a:xfrm>
        </p:grpSpPr>
        <p:sp>
          <p:nvSpPr>
            <p:cNvPr id="80" name="Freeform 4">
              <a:extLst>
                <a:ext uri="{FF2B5EF4-FFF2-40B4-BE49-F238E27FC236}">
                  <a16:creationId xmlns:a16="http://schemas.microsoft.com/office/drawing/2014/main" id="{95ECE1E7-EAB6-9DCB-3D90-45243830AD8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17DC36B9-27EF-6C6C-B3E2-BA6B8396FEE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59FA6578-CDFF-DBAD-DE11-08C9A4FE5FE0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4E401592-C01A-3603-0D05-DE74AEE1B06C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E670C5AE-6F50-DBCE-E6F5-23FA4C12705F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76671087-5B63-0CD8-8662-41E9CB98E353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F204306-4452-B55A-2232-01FB3FF2E29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81917" y="1227452"/>
            <a:ext cx="161682" cy="180000"/>
            <a:chOff x="1545270" y="1893404"/>
            <a:chExt cx="4411588" cy="4911403"/>
          </a:xfrm>
        </p:grpSpPr>
        <p:sp>
          <p:nvSpPr>
            <p:cNvPr id="94" name="Freeform 4">
              <a:extLst>
                <a:ext uri="{FF2B5EF4-FFF2-40B4-BE49-F238E27FC236}">
                  <a16:creationId xmlns:a16="http://schemas.microsoft.com/office/drawing/2014/main" id="{03A8D078-55AF-A942-543C-9659D5178735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reeform 5">
              <a:extLst>
                <a:ext uri="{FF2B5EF4-FFF2-40B4-BE49-F238E27FC236}">
                  <a16:creationId xmlns:a16="http://schemas.microsoft.com/office/drawing/2014/main" id="{21E8B4B2-EB11-1E6B-5EA0-995F1BC4043F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BA58864D-AE1C-0C3A-AB26-9D1CBC4CEAAB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9EAE24A7-1EDE-076D-253D-797E6EB0B726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B1BD94C2-BD56-37C8-BE01-561FF8616360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C6C1499C-21F9-F132-42EB-EF458425B288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728915FE-AC09-2E6C-36BB-D7EADCFDCF1F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17DB136A-2957-42EB-34FA-E603A2D373B2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49C7F8C-F2FA-1585-A09C-11B7E75BD04B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F8A0C7A1-2DD5-14ED-794E-C03270A99BBF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699405E2-C1E3-0A87-8FF8-CD661279C4D9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C439E4D9-247C-63D8-38E6-2A1DE61E652D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2780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A712E0-5FA2-44B7-A111-337A073B03B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0975" y="914400"/>
            <a:ext cx="2603125" cy="53245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B31053-C081-4FE3-9A84-072A698B2F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57525" y="2286000"/>
            <a:ext cx="3028950" cy="4191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F4E13B-916B-4C65-8B88-C144D129891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6200364" y="212585"/>
            <a:ext cx="2943636" cy="41058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E538A9-4C05-4F55-AAEF-2B5125AE063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61471" y="4523295"/>
            <a:ext cx="2393161" cy="189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193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7EC939-F605-4ED9-B409-7A96CEEB6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217" y="1651862"/>
            <a:ext cx="5151566" cy="3554276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  <p:extLst>
      <p:ext uri="{BB962C8B-B14F-4D97-AF65-F5344CB8AC3E}">
        <p14:creationId xmlns:p14="http://schemas.microsoft.com/office/powerpoint/2010/main" val="3354816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304800" y="990600"/>
            <a:ext cx="8458200" cy="4724400"/>
          </a:xfrm>
          <a:prstGeom prst="rect">
            <a:avLst/>
          </a:pr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392799" y="1464640"/>
            <a:ext cx="118922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मा</a:t>
            </a:r>
            <a:endParaRPr lang="en-US" sz="6600" dirty="0">
              <a:ln w="12700">
                <a:solidFill>
                  <a:schemeClr val="tx1"/>
                </a:solidFill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859258" y="1464640"/>
            <a:ext cx="200654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शुच</a:t>
            </a:r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64840"/>
            <a:ext cx="2550117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Don’t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246" y="3064840"/>
            <a:ext cx="2836376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Worry</a:t>
            </a:r>
          </a:p>
        </p:txBody>
      </p:sp>
    </p:spTree>
    <p:extLst>
      <p:ext uri="{BB962C8B-B14F-4D97-AF65-F5344CB8AC3E}">
        <p14:creationId xmlns:p14="http://schemas.microsoft.com/office/powerpoint/2010/main" val="1129942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19748</TotalTime>
  <Words>28</Words>
  <Application>Microsoft Office PowerPoint</Application>
  <PresentationFormat>On-screen Show (4:3)</PresentationFormat>
  <Paragraphs>14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Footlight MT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DELLNBX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Roopashree</dc:creator>
  <cp:lastModifiedBy>sudeep@rapalearning.com</cp:lastModifiedBy>
  <cp:revision>53</cp:revision>
  <dcterms:created xsi:type="dcterms:W3CDTF">2017-02-16T16:21:17Z</dcterms:created>
  <dcterms:modified xsi:type="dcterms:W3CDTF">2024-11-17T11:59:30Z</dcterms:modified>
</cp:coreProperties>
</file>