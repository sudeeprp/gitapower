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5" r:id="rId5"/>
    <p:sldId id="260" r:id="rId6"/>
    <p:sldId id="263" r:id="rId7"/>
    <p:sldId id="261" r:id="rId8"/>
    <p:sldId id="262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04D"/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240" y="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23-08-2025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20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D31641-6E16-D3C5-104F-D809F1FF0869}"/>
              </a:ext>
            </a:extLst>
          </p:cNvPr>
          <p:cNvGrpSpPr/>
          <p:nvPr/>
        </p:nvGrpSpPr>
        <p:grpSpPr>
          <a:xfrm>
            <a:off x="2128241" y="803586"/>
            <a:ext cx="4680000" cy="4680000"/>
            <a:chOff x="2128241" y="803586"/>
            <a:chExt cx="4680000" cy="4680000"/>
          </a:xfrm>
        </p:grpSpPr>
        <p:sp>
          <p:nvSpPr>
            <p:cNvPr id="5" name="Freeform 4"/>
            <p:cNvSpPr/>
            <p:nvPr/>
          </p:nvSpPr>
          <p:spPr>
            <a:xfrm rot="184993">
              <a:off x="2354041" y="813236"/>
              <a:ext cx="2091516" cy="3652843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566468" y="803586"/>
              <a:ext cx="2092276" cy="3662341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771133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17030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354235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5334350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026743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2684284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2356793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5693010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6034036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6376495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4" name="Teardrop 3"/>
            <p:cNvSpPr/>
            <p:nvPr/>
          </p:nvSpPr>
          <p:spPr>
            <a:xfrm>
              <a:off x="6450934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Teardrop 17"/>
            <p:cNvSpPr/>
            <p:nvPr/>
          </p:nvSpPr>
          <p:spPr>
            <a:xfrm flipV="1">
              <a:off x="6450934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Teardrop 18"/>
            <p:cNvSpPr/>
            <p:nvPr/>
          </p:nvSpPr>
          <p:spPr>
            <a:xfrm flipH="1" flipV="1">
              <a:off x="2128241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ardrop 19"/>
            <p:cNvSpPr/>
            <p:nvPr/>
          </p:nvSpPr>
          <p:spPr>
            <a:xfrm flipH="1">
              <a:off x="2128241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832713" y="1262705"/>
              <a:ext cx="1161737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मा</a:t>
              </a:r>
              <a:endPara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13278" y="1262705"/>
              <a:ext cx="1960168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शुच</a:t>
              </a:r>
              <a:r>
                <a:rPr lang="en-US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7B4F6882-261E-F847-ADC6-70BAB77CF676}"/>
              </a:ext>
            </a:extLst>
          </p:cNvPr>
          <p:cNvGrpSpPr/>
          <p:nvPr/>
        </p:nvGrpSpPr>
        <p:grpSpPr>
          <a:xfrm rot="20045583">
            <a:off x="7092077" y="3610805"/>
            <a:ext cx="1610635" cy="1088954"/>
            <a:chOff x="7092077" y="3610805"/>
            <a:chExt cx="1610635" cy="1088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5E6072-95D8-ADD6-4CAE-BF972A7C517C}"/>
                </a:ext>
              </a:extLst>
            </p:cNvPr>
            <p:cNvGrpSpPr/>
            <p:nvPr/>
          </p:nvGrpSpPr>
          <p:grpSpPr>
            <a:xfrm rot="3582214">
              <a:off x="7485024" y="3855442"/>
              <a:ext cx="230400" cy="525600"/>
              <a:chOff x="8024239" y="1985356"/>
              <a:chExt cx="2141775" cy="4911414"/>
            </a:xfrm>
          </p:grpSpPr>
          <p:sp>
            <p:nvSpPr>
              <p:cNvPr id="8" name="Freeform 5">
                <a:extLst>
                  <a:ext uri="{FF2B5EF4-FFF2-40B4-BE49-F238E27FC236}">
                    <a16:creationId xmlns:a16="http://schemas.microsoft.com/office/drawing/2014/main" id="{170729A6-6FF2-818B-28CC-B2F3F66D52B6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0284252-355E-581E-6115-3C347C5C4F97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CA035DB-7AF6-23D8-278B-83529901E845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DA69D9-43C0-01AA-07EE-528C1BC77A3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46195EC-F0A2-9DE4-1E57-876E934E82D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9E63E10-6A63-6754-2CB5-09F3EBF7124C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747C04E-AC55-1872-B259-911ACFB3271E}"/>
                </a:ext>
              </a:extLst>
            </p:cNvPr>
            <p:cNvGrpSpPr/>
            <p:nvPr/>
          </p:nvGrpSpPr>
          <p:grpSpPr>
            <a:xfrm rot="4881240">
              <a:off x="7240202" y="4320867"/>
              <a:ext cx="230767" cy="527018"/>
              <a:chOff x="8668623" y="1008139"/>
              <a:chExt cx="2146049" cy="4901076"/>
            </a:xfrm>
          </p:grpSpPr>
          <p:sp>
            <p:nvSpPr>
              <p:cNvPr id="15" name="Freeform 4">
                <a:extLst>
                  <a:ext uri="{FF2B5EF4-FFF2-40B4-BE49-F238E27FC236}">
                    <a16:creationId xmlns:a16="http://schemas.microsoft.com/office/drawing/2014/main" id="{55237AD0-8C03-CD6C-ADC7-930CA406893A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7C79F5-8E5C-7866-CACB-F5B34EAE4E89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E6E4751-2292-A576-50A2-CB579735B100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895AA54-1D08-534E-BC40-E33DB0604DFE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7B8A511-2BF3-12A8-0BC6-35969E5E87E0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EF5510-3280-7275-1DD2-B3E3B40049CB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C6F139-38A8-FFFA-D0C5-39E02899C91D}"/>
                </a:ext>
              </a:extLst>
            </p:cNvPr>
            <p:cNvGrpSpPr/>
            <p:nvPr/>
          </p:nvGrpSpPr>
          <p:grpSpPr>
            <a:xfrm rot="3582214">
              <a:off x="8324712" y="3463205"/>
              <a:ext cx="230400" cy="525600"/>
              <a:chOff x="8024239" y="1985356"/>
              <a:chExt cx="2141775" cy="4911414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779FB585-4780-B52E-E754-8A1090B5CE40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1F73AAA-CE4D-F792-45AA-57A77746ED03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B93F53E-E9AE-4411-1D56-EAC172190977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8EEB79BC-AEDB-19A2-ECE1-332FDDD64A2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C223475-D1EC-62D9-7254-277B532CCCDE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D52BC8A-ABA8-66BD-F980-623A6D1222A8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FE3E64-BFE0-0048-49F5-A40A43ADD7F3}"/>
                </a:ext>
              </a:extLst>
            </p:cNvPr>
            <p:cNvGrpSpPr/>
            <p:nvPr/>
          </p:nvGrpSpPr>
          <p:grpSpPr>
            <a:xfrm rot="4881240">
              <a:off x="8079890" y="3928630"/>
              <a:ext cx="230767" cy="527018"/>
              <a:chOff x="8668623" y="1008139"/>
              <a:chExt cx="2146049" cy="4901076"/>
            </a:xfrm>
          </p:grpSpPr>
          <p:sp>
            <p:nvSpPr>
              <p:cNvPr id="29" name="Freeform 4">
                <a:extLst>
                  <a:ext uri="{FF2B5EF4-FFF2-40B4-BE49-F238E27FC236}">
                    <a16:creationId xmlns:a16="http://schemas.microsoft.com/office/drawing/2014/main" id="{4E569B0E-EA8D-3A2D-4A68-A2116B81E52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C938A78-DD00-8AF8-9157-B98D7B25B28E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5F6F89A-83BB-197E-744B-31A0F60A6132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047550C-BC60-F571-B56B-96CB67D049B6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9E9A4DC-4591-1B40-AEA0-C1326610A6F7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3FD16-0444-C11F-35B5-EA590D821F6D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4A6E1A-5569-4D4B-7A95-74C3138C6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1" y="838200"/>
            <a:ext cx="4761905" cy="4761905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53F90567-F148-05E5-48B5-039211FE1738}"/>
              </a:ext>
            </a:extLst>
          </p:cNvPr>
          <p:cNvGrpSpPr/>
          <p:nvPr/>
        </p:nvGrpSpPr>
        <p:grpSpPr>
          <a:xfrm>
            <a:off x="1219200" y="2362200"/>
            <a:ext cx="1258936" cy="554719"/>
            <a:chOff x="1221109" y="953701"/>
            <a:chExt cx="1258936" cy="55471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1109" y="953701"/>
              <a:ext cx="95728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2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24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sz="12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641" y="1200643"/>
              <a:ext cx="946404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200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20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sz="12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A0C354E-436C-ED8B-9621-5A33768077C5}"/>
                </a:ext>
              </a:extLst>
            </p:cNvPr>
            <p:cNvGrpSpPr>
              <a:grpSpLocks noChangeAspect="1"/>
            </p:cNvGrpSpPr>
            <p:nvPr/>
          </p:nvGrpSpPr>
          <p:grpSpPr>
            <a:xfrm rot="3496093">
              <a:off x="2261630" y="1014836"/>
              <a:ext cx="94685" cy="216000"/>
              <a:chOff x="8024239" y="1985356"/>
              <a:chExt cx="2141775" cy="4911414"/>
            </a:xfrm>
          </p:grpSpPr>
          <p:sp>
            <p:nvSpPr>
              <p:cNvPr id="36" name="Freeform 5">
                <a:extLst>
                  <a:ext uri="{FF2B5EF4-FFF2-40B4-BE49-F238E27FC236}">
                    <a16:creationId xmlns:a16="http://schemas.microsoft.com/office/drawing/2014/main" id="{75D6A5E6-CDE7-0C9F-C35D-DF4DBB0B8ADB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3F50615-BDBE-FDCB-6F80-6116E73DCA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F714CF5A-C7AF-82B5-27DC-64DFC71D92BC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889706A-F6B4-AD30-729B-2C0E3900BE3B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CF7A22A-333C-BBC8-C99A-EB2A675D7881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ABA926F2-4A05-89D4-D0BA-F891CF6510AD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BEBEF142-91F1-F166-3DEF-2AA80489EB83}"/>
                </a:ext>
              </a:extLst>
            </p:cNvPr>
            <p:cNvGrpSpPr>
              <a:grpSpLocks noChangeAspect="1"/>
            </p:cNvGrpSpPr>
            <p:nvPr/>
          </p:nvGrpSpPr>
          <p:grpSpPr>
            <a:xfrm rot="3426957">
              <a:off x="1320500" y="1317672"/>
              <a:ext cx="94579" cy="216000"/>
              <a:chOff x="8668623" y="1008139"/>
              <a:chExt cx="2146049" cy="4901076"/>
            </a:xfrm>
          </p:grpSpPr>
          <p:sp>
            <p:nvSpPr>
              <p:cNvPr id="43" name="Freeform 4">
                <a:extLst>
                  <a:ext uri="{FF2B5EF4-FFF2-40B4-BE49-F238E27FC236}">
                    <a16:creationId xmlns:a16="http://schemas.microsoft.com/office/drawing/2014/main" id="{103983A6-DDEC-89AD-4D2C-DB31154A46B0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CBE12384-34EF-6498-4E22-8754BF9A0118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940643B-DA47-78FB-8116-495F8A05D69C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08474F92-347D-523E-4C7A-3C76DBBB77E8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89E07A2-FDEC-A564-63E7-23621DF7A4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6764726-290F-2922-6CF4-7DEBAACED8F8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B1C72828-910A-3751-7EC4-FD6A28C8CB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700" y="1270670"/>
            <a:ext cx="1243930" cy="1243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974DCB-7538-9606-9FFA-D6AA88058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78" y="1669800"/>
            <a:ext cx="540000" cy="54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B080A5-3F4F-FB20-C023-2E4F6C641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878" y="1669800"/>
            <a:ext cx="540000" cy="54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E632A8-E372-F103-FACF-677C7F4AE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878" y="1669800"/>
            <a:ext cx="540000" cy="54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590FFB-7BB9-FFEF-FB8B-5AF0C18A23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878" y="1669800"/>
            <a:ext cx="540000" cy="5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FCD8A9-6DF2-98EB-C446-B47A77C349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078" y="1669800"/>
            <a:ext cx="541800" cy="54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6BB414-C019-2DBE-D8B2-B3FDA00660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3078" y="1669800"/>
            <a:ext cx="541800" cy="54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8A89A6-08D0-83CE-C144-8B3AF612FF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14878" y="2209800"/>
            <a:ext cx="538206" cy="54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8F4029-3193-674B-2643-30877BCA1AA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3078" y="2209800"/>
            <a:ext cx="538206" cy="5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4589F4-0A35-2904-0AB8-BEAB3A9A71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1278" y="2209800"/>
            <a:ext cx="538206" cy="54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DF9890-570F-4AC6-A344-6F846B6B0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8200" y="2209800"/>
            <a:ext cx="538206" cy="54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10386B-248C-17C9-FBFA-BC3CEC4AFF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5122" y="2209800"/>
            <a:ext cx="541800" cy="5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9EC3F1-7698-45E7-F76E-8792F7607A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65638" y="2217617"/>
            <a:ext cx="541800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ED2CDFB-41BC-3FFE-676E-4CF00D456CE8}"/>
              </a:ext>
            </a:extLst>
          </p:cNvPr>
          <p:cNvSpPr txBox="1"/>
          <p:nvPr/>
        </p:nvSpPr>
        <p:spPr>
          <a:xfrm>
            <a:off x="3789187" y="945134"/>
            <a:ext cx="1466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Chapter icons</a:t>
            </a:r>
            <a:endParaRPr lang="en-IN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FB8B499-A57B-B5B9-3CEF-E7AA0B040F8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11278" y="2757617"/>
            <a:ext cx="541800" cy="54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9AF51E4-1BCB-3C3F-A279-9B4676E972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49478" y="2757617"/>
            <a:ext cx="541800" cy="54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2E32DCE-6565-B354-CF92-CAB93EDC0F0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85884" y="2749800"/>
            <a:ext cx="540000" cy="54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8B47BA7-C285-3157-71F2-7332506F4A7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0510" y="2757617"/>
            <a:ext cx="540000" cy="54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0E2CD62-BA33-9195-BB93-E15E31ECDD2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47942" y="2757617"/>
            <a:ext cx="541800" cy="54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67827EB-1A75-B785-73B2-BA0F41373B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00989" y="2765434"/>
            <a:ext cx="5418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2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3496093">
            <a:off x="4624215" y="1198975"/>
            <a:ext cx="175167" cy="3996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3426957">
            <a:off x="4388563" y="1737977"/>
            <a:ext cx="174259" cy="397973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20097</TotalTime>
  <Words>30</Words>
  <Application>Microsoft Office PowerPoint</Application>
  <PresentationFormat>On-screen Show (4:3)</PresentationFormat>
  <Paragraphs>15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 Prasad</cp:lastModifiedBy>
  <cp:revision>57</cp:revision>
  <dcterms:created xsi:type="dcterms:W3CDTF">2017-02-16T16:21:17Z</dcterms:created>
  <dcterms:modified xsi:type="dcterms:W3CDTF">2025-08-23T16:52:40Z</dcterms:modified>
</cp:coreProperties>
</file>