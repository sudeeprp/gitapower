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4" r:id="rId4"/>
    <p:sldId id="260" r:id="rId5"/>
    <p:sldId id="263" r:id="rId6"/>
    <p:sldId id="261" r:id="rId7"/>
    <p:sldId id="262" r:id="rId8"/>
    <p:sldId id="259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504D"/>
    <a:srgbClr val="822492"/>
    <a:srgbClr val="FFCC00"/>
    <a:srgbClr val="D9D9D9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3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5DCE2-4C0C-4B49-9538-1E32127C0620}" type="datetimeFigureOut">
              <a:rPr lang="en-IN" smtClean="0"/>
              <a:t>17-11-2024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F8C70-367D-4574-B72E-EA00F2C86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3249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5DCE2-4C0C-4B49-9538-1E32127C0620}" type="datetimeFigureOut">
              <a:rPr lang="en-IN" smtClean="0"/>
              <a:t>17-11-2024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F8C70-367D-4574-B72E-EA00F2C86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227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5DCE2-4C0C-4B49-9538-1E32127C0620}" type="datetimeFigureOut">
              <a:rPr lang="en-IN" smtClean="0"/>
              <a:t>17-11-2024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F8C70-367D-4574-B72E-EA00F2C86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523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5DCE2-4C0C-4B49-9538-1E32127C0620}" type="datetimeFigureOut">
              <a:rPr lang="en-IN" smtClean="0"/>
              <a:t>17-11-2024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F8C70-367D-4574-B72E-EA00F2C86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265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5DCE2-4C0C-4B49-9538-1E32127C0620}" type="datetimeFigureOut">
              <a:rPr lang="en-IN" smtClean="0"/>
              <a:t>17-11-2024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F8C70-367D-4574-B72E-EA00F2C86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9793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5DCE2-4C0C-4B49-9538-1E32127C0620}" type="datetimeFigureOut">
              <a:rPr lang="en-IN" smtClean="0"/>
              <a:t>17-11-2024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F8C70-367D-4574-B72E-EA00F2C86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423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5DCE2-4C0C-4B49-9538-1E32127C0620}" type="datetimeFigureOut">
              <a:rPr lang="en-IN" smtClean="0"/>
              <a:t>17-11-2024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F8C70-367D-4574-B72E-EA00F2C86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929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5DCE2-4C0C-4B49-9538-1E32127C0620}" type="datetimeFigureOut">
              <a:rPr lang="en-IN" smtClean="0"/>
              <a:t>17-11-2024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F8C70-367D-4574-B72E-EA00F2C86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687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5DCE2-4C0C-4B49-9538-1E32127C0620}" type="datetimeFigureOut">
              <a:rPr lang="en-IN" smtClean="0"/>
              <a:t>17-11-2024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F8C70-367D-4574-B72E-EA00F2C86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2038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5DCE2-4C0C-4B49-9538-1E32127C0620}" type="datetimeFigureOut">
              <a:rPr lang="en-IN" smtClean="0"/>
              <a:t>17-11-2024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F8C70-367D-4574-B72E-EA00F2C86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029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5DCE2-4C0C-4B49-9538-1E32127C0620}" type="datetimeFigureOut">
              <a:rPr lang="en-IN" smtClean="0"/>
              <a:t>17-11-2024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F8C70-367D-4574-B72E-EA00F2C86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211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E5DCE2-4C0C-4B49-9538-1E32127C0620}" type="datetimeFigureOut">
              <a:rPr lang="en-IN" smtClean="0"/>
              <a:t>17-11-2024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5F8C70-367D-4574-B72E-EA00F2C86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154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jpeg"/><Relationship Id="rId18" Type="http://schemas.openxmlformats.org/officeDocument/2006/relationships/image" Target="../media/image15.png"/><Relationship Id="rId3" Type="http://schemas.microsoft.com/office/2007/relationships/hdphoto" Target="../media/hdphoto1.wdp"/><Relationship Id="rId7" Type="http://schemas.microsoft.com/office/2007/relationships/hdphoto" Target="../media/hdphoto2.wdp"/><Relationship Id="rId12" Type="http://schemas.openxmlformats.org/officeDocument/2006/relationships/image" Target="../media/image9.jpeg"/><Relationship Id="rId17" Type="http://schemas.openxmlformats.org/officeDocument/2006/relationships/image" Target="../media/image14.png"/><Relationship Id="rId2" Type="http://schemas.openxmlformats.org/officeDocument/2006/relationships/image" Target="../media/image1.png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5" Type="http://schemas.openxmlformats.org/officeDocument/2006/relationships/image" Target="../media/image12.jpeg"/><Relationship Id="rId10" Type="http://schemas.openxmlformats.org/officeDocument/2006/relationships/image" Target="../media/image7.png"/><Relationship Id="rId19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4" Type="http://schemas.openxmlformats.org/officeDocument/2006/relationships/image" Target="../media/image1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76400" y="228600"/>
            <a:ext cx="2057400" cy="914400"/>
          </a:xfrm>
          <a:prstGeom prst="rect">
            <a:avLst/>
          </a:prstGeom>
          <a:blipFill>
            <a:blip r:embed="rId2"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Texturizer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/>
          <p:cNvCxnSpPr/>
          <p:nvPr/>
        </p:nvCxnSpPr>
        <p:spPr>
          <a:xfrm>
            <a:off x="1905000" y="507175"/>
            <a:ext cx="1219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905000" y="785750"/>
            <a:ext cx="1371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200400" y="480950"/>
            <a:ext cx="0" cy="18288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352800" y="747650"/>
            <a:ext cx="0" cy="18288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3445825" y="747650"/>
            <a:ext cx="0" cy="18288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59" t="10890" r="4813" b="12487"/>
          <a:stretch/>
        </p:blipFill>
        <p:spPr bwMode="auto">
          <a:xfrm>
            <a:off x="2290521" y="1253836"/>
            <a:ext cx="600558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Rectangle 22"/>
          <p:cNvSpPr/>
          <p:nvPr/>
        </p:nvSpPr>
        <p:spPr>
          <a:xfrm>
            <a:off x="5791200" y="228600"/>
            <a:ext cx="1524000" cy="816230"/>
          </a:xfrm>
          <a:prstGeom prst="rect">
            <a:avLst/>
          </a:prstGeom>
          <a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00000"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9489F6-5B93-B6F6-8254-662FF7FFCB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GlowDiffused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5287" y="1862138"/>
            <a:ext cx="1966913" cy="9231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8611A4-6DD0-ACD9-B4F8-8D4400000B4D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GlowEdges/>
                    </a14:imgEffect>
                    <a14:imgEffect>
                      <a14:colorTemperature colorTemp="1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62368" y="1862138"/>
            <a:ext cx="1966914" cy="92313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4303A74-E12C-8175-32A0-9D7D268AE58B}"/>
              </a:ext>
            </a:extLst>
          </p:cNvPr>
          <p:cNvSpPr/>
          <p:nvPr/>
        </p:nvSpPr>
        <p:spPr>
          <a:xfrm>
            <a:off x="7237414" y="1253836"/>
            <a:ext cx="1524000" cy="816230"/>
          </a:xfrm>
          <a:prstGeom prst="rect">
            <a:avLst/>
          </a:prstGeom>
          <a:blipFill>
            <a:blip r:embed="rId9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5245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E2EE44-314F-30D3-DBCF-6FA68546D0D1}"/>
              </a:ext>
            </a:extLst>
          </p:cNvPr>
          <p:cNvSpPr/>
          <p:nvPr/>
        </p:nvSpPr>
        <p:spPr>
          <a:xfrm>
            <a:off x="7237414" y="2279072"/>
            <a:ext cx="1524000" cy="816230"/>
          </a:xfrm>
          <a:prstGeom prst="rect">
            <a:avLst/>
          </a:prstGeom>
          <a:blipFill>
            <a:blip r:embed="rId10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GlowEdges trans="13000" smoothness="6"/>
                      </a14:imgEffect>
                      <a14:imgEffect>
                        <a14:colorTemperature colorTemp="5245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0AB198-1375-4B56-1E6E-323AEEC3E6D1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35" t="13020" r="15056" b="21882"/>
          <a:stretch/>
        </p:blipFill>
        <p:spPr>
          <a:xfrm>
            <a:off x="762000" y="3313906"/>
            <a:ext cx="457200" cy="381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9D3DAA-C53F-FDF2-6E70-A906380EF952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30" t="32508" r="10824" b="35270"/>
          <a:stretch/>
        </p:blipFill>
        <p:spPr>
          <a:xfrm>
            <a:off x="1480210" y="3358408"/>
            <a:ext cx="392380" cy="360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57B114C-1AC1-F698-6DC8-B73717FF00F5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03" t="36788" r="14861" b="31680"/>
          <a:stretch/>
        </p:blipFill>
        <p:spPr>
          <a:xfrm>
            <a:off x="2184605" y="3358408"/>
            <a:ext cx="355189" cy="360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65B1068-9238-3808-D3B1-F87029CE7832}"/>
              </a:ext>
            </a:extLst>
          </p:cNvPr>
          <p:cNvPicPr>
            <a:picLocks noChangeAspect="1"/>
          </p:cNvPicPr>
          <p:nvPr/>
        </p:nvPicPr>
        <p:blipFill rotWithShape="1">
          <a:blip r:embed="rId14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3" t="29453" r="4377" b="32215"/>
          <a:stretch/>
        </p:blipFill>
        <p:spPr>
          <a:xfrm>
            <a:off x="1447800" y="4038600"/>
            <a:ext cx="457200" cy="4282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378B52-0397-C1A6-2EC9-23B5DB9AACEB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5" t="33799" r="4933" b="28690"/>
          <a:stretch/>
        </p:blipFill>
        <p:spPr>
          <a:xfrm>
            <a:off x="2133601" y="4038600"/>
            <a:ext cx="457198" cy="428266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0E68616A-9218-6EE9-A3A4-49F66329B322}"/>
              </a:ext>
            </a:extLst>
          </p:cNvPr>
          <p:cNvGrpSpPr/>
          <p:nvPr/>
        </p:nvGrpSpPr>
        <p:grpSpPr>
          <a:xfrm>
            <a:off x="3364866" y="3332031"/>
            <a:ext cx="668975" cy="567870"/>
            <a:chOff x="3364866" y="3332031"/>
            <a:chExt cx="668975" cy="56787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7C4A842-2BAB-5708-B51A-A7E83D12DD57}"/>
                </a:ext>
              </a:extLst>
            </p:cNvPr>
            <p:cNvSpPr/>
            <p:nvPr/>
          </p:nvSpPr>
          <p:spPr>
            <a:xfrm>
              <a:off x="3364866" y="3332031"/>
              <a:ext cx="604926" cy="56787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C3E1D8FF-15E9-AAFE-324D-760487038E72}"/>
                </a:ext>
              </a:extLst>
            </p:cNvPr>
            <p:cNvSpPr/>
            <p:nvPr/>
          </p:nvSpPr>
          <p:spPr>
            <a:xfrm>
              <a:off x="3441391" y="3380069"/>
              <a:ext cx="592450" cy="439771"/>
            </a:xfrm>
            <a:prstGeom prst="roundRect">
              <a:avLst/>
            </a:prstGeom>
            <a:solidFill>
              <a:schemeClr val="tx1">
                <a:lumMod val="50000"/>
                <a:lumOff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5" name="Arrow: Right 24">
              <a:extLst>
                <a:ext uri="{FF2B5EF4-FFF2-40B4-BE49-F238E27FC236}">
                  <a16:creationId xmlns:a16="http://schemas.microsoft.com/office/drawing/2014/main" id="{DC9136DA-8532-B73A-14E2-6DD017CECB83}"/>
                </a:ext>
              </a:extLst>
            </p:cNvPr>
            <p:cNvSpPr/>
            <p:nvPr/>
          </p:nvSpPr>
          <p:spPr>
            <a:xfrm>
              <a:off x="3667329" y="3504406"/>
              <a:ext cx="142671" cy="190500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8AC22F04-B6DF-8C90-86C9-FBA42671E3F6}"/>
              </a:ext>
            </a:extLst>
          </p:cNvPr>
          <p:cNvPicPr>
            <a:picLocks noChangeAspect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05152" y="3237587"/>
            <a:ext cx="669058" cy="662314"/>
          </a:xfrm>
          <a:prstGeom prst="ellipse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2E26160-EA9D-99CC-42CC-2EFFEFE4C1DF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11179" y="3228444"/>
            <a:ext cx="689549" cy="66231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4F91B2E-9630-E3DA-6A4B-693445F12748}"/>
              </a:ext>
            </a:extLst>
          </p:cNvPr>
          <p:cNvPicPr>
            <a:picLocks noChangeAspect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08425" y="3237587"/>
            <a:ext cx="689549" cy="70574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C5D830A-7AC0-AF27-584E-602FF5B3F0CC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45415" y="3237587"/>
            <a:ext cx="734855" cy="7200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E986E343-1C4F-BB8B-FF39-B823818EF1AA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2095"/>
          <a:stretch/>
        </p:blipFill>
        <p:spPr>
          <a:xfrm>
            <a:off x="7927711" y="3230460"/>
            <a:ext cx="71719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86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02D31641-6E16-D3C5-104F-D809F1FF0869}"/>
              </a:ext>
            </a:extLst>
          </p:cNvPr>
          <p:cNvGrpSpPr/>
          <p:nvPr/>
        </p:nvGrpSpPr>
        <p:grpSpPr>
          <a:xfrm>
            <a:off x="2128241" y="803586"/>
            <a:ext cx="4680000" cy="4680000"/>
            <a:chOff x="2128241" y="803586"/>
            <a:chExt cx="4680000" cy="4680000"/>
          </a:xfrm>
        </p:grpSpPr>
        <p:sp>
          <p:nvSpPr>
            <p:cNvPr id="5" name="Freeform 4"/>
            <p:cNvSpPr/>
            <p:nvPr/>
          </p:nvSpPr>
          <p:spPr>
            <a:xfrm rot="184993">
              <a:off x="2354041" y="813236"/>
              <a:ext cx="2091516" cy="3652843"/>
            </a:xfrm>
            <a:custGeom>
              <a:avLst/>
              <a:gdLst>
                <a:gd name="connsiteX0" fmla="*/ 452236 w 2914469"/>
                <a:gd name="connsiteY0" fmla="*/ 4744449 h 5470974"/>
                <a:gd name="connsiteX1" fmla="*/ 8891 w 2914469"/>
                <a:gd name="connsiteY1" fmla="*/ 2749394 h 5470974"/>
                <a:gd name="connsiteX2" fmla="*/ 175146 w 2914469"/>
                <a:gd name="connsiteY2" fmla="*/ 1211540 h 5470974"/>
                <a:gd name="connsiteX3" fmla="*/ 410673 w 2914469"/>
                <a:gd name="connsiteY3" fmla="*/ 394122 h 5470974"/>
                <a:gd name="connsiteX4" fmla="*/ 1186527 w 2914469"/>
                <a:gd name="connsiteY4" fmla="*/ 6194 h 5470974"/>
                <a:gd name="connsiteX5" fmla="*/ 2142491 w 2914469"/>
                <a:gd name="connsiteY5" fmla="*/ 269431 h 5470974"/>
                <a:gd name="connsiteX6" fmla="*/ 2447291 w 2914469"/>
                <a:gd name="connsiteY6" fmla="*/ 1599467 h 5470974"/>
                <a:gd name="connsiteX7" fmla="*/ 1990091 w 2914469"/>
                <a:gd name="connsiteY7" fmla="*/ 2610849 h 5470974"/>
                <a:gd name="connsiteX8" fmla="*/ 1809982 w 2914469"/>
                <a:gd name="connsiteY8" fmla="*/ 3622231 h 5470974"/>
                <a:gd name="connsiteX9" fmla="*/ 2655109 w 2914469"/>
                <a:gd name="connsiteY9" fmla="*/ 4522776 h 5470974"/>
                <a:gd name="connsiteX10" fmla="*/ 2890636 w 2914469"/>
                <a:gd name="connsiteY10" fmla="*/ 5049249 h 5470974"/>
                <a:gd name="connsiteX11" fmla="*/ 2170200 w 2914469"/>
                <a:gd name="connsiteY11" fmla="*/ 5423322 h 5470974"/>
                <a:gd name="connsiteX12" fmla="*/ 729327 w 2914469"/>
                <a:gd name="connsiteY12" fmla="*/ 5395613 h 5470974"/>
                <a:gd name="connsiteX13" fmla="*/ 452236 w 2914469"/>
                <a:gd name="connsiteY13" fmla="*/ 4744449 h 5470974"/>
                <a:gd name="connsiteX0" fmla="*/ 452236 w 2733397"/>
                <a:gd name="connsiteY0" fmla="*/ 4744449 h 5470974"/>
                <a:gd name="connsiteX1" fmla="*/ 8891 w 2733397"/>
                <a:gd name="connsiteY1" fmla="*/ 2749394 h 5470974"/>
                <a:gd name="connsiteX2" fmla="*/ 175146 w 2733397"/>
                <a:gd name="connsiteY2" fmla="*/ 1211540 h 5470974"/>
                <a:gd name="connsiteX3" fmla="*/ 410673 w 2733397"/>
                <a:gd name="connsiteY3" fmla="*/ 394122 h 5470974"/>
                <a:gd name="connsiteX4" fmla="*/ 1186527 w 2733397"/>
                <a:gd name="connsiteY4" fmla="*/ 6194 h 5470974"/>
                <a:gd name="connsiteX5" fmla="*/ 2142491 w 2733397"/>
                <a:gd name="connsiteY5" fmla="*/ 269431 h 5470974"/>
                <a:gd name="connsiteX6" fmla="*/ 2447291 w 2733397"/>
                <a:gd name="connsiteY6" fmla="*/ 1599467 h 5470974"/>
                <a:gd name="connsiteX7" fmla="*/ 1990091 w 2733397"/>
                <a:gd name="connsiteY7" fmla="*/ 2610849 h 5470974"/>
                <a:gd name="connsiteX8" fmla="*/ 1809982 w 2733397"/>
                <a:gd name="connsiteY8" fmla="*/ 3622231 h 5470974"/>
                <a:gd name="connsiteX9" fmla="*/ 2655109 w 2733397"/>
                <a:gd name="connsiteY9" fmla="*/ 4522776 h 5470974"/>
                <a:gd name="connsiteX10" fmla="*/ 2641254 w 2733397"/>
                <a:gd name="connsiteY10" fmla="*/ 5146231 h 5470974"/>
                <a:gd name="connsiteX11" fmla="*/ 2170200 w 2733397"/>
                <a:gd name="connsiteY11" fmla="*/ 5423322 h 5470974"/>
                <a:gd name="connsiteX12" fmla="*/ 729327 w 2733397"/>
                <a:gd name="connsiteY12" fmla="*/ 5395613 h 5470974"/>
                <a:gd name="connsiteX13" fmla="*/ 452236 w 2733397"/>
                <a:gd name="connsiteY13" fmla="*/ 4744449 h 5470974"/>
                <a:gd name="connsiteX0" fmla="*/ 452236 w 2662490"/>
                <a:gd name="connsiteY0" fmla="*/ 4744449 h 5470974"/>
                <a:gd name="connsiteX1" fmla="*/ 8891 w 2662490"/>
                <a:gd name="connsiteY1" fmla="*/ 2749394 h 5470974"/>
                <a:gd name="connsiteX2" fmla="*/ 175146 w 2662490"/>
                <a:gd name="connsiteY2" fmla="*/ 1211540 h 5470974"/>
                <a:gd name="connsiteX3" fmla="*/ 410673 w 2662490"/>
                <a:gd name="connsiteY3" fmla="*/ 394122 h 5470974"/>
                <a:gd name="connsiteX4" fmla="*/ 1186527 w 2662490"/>
                <a:gd name="connsiteY4" fmla="*/ 6194 h 5470974"/>
                <a:gd name="connsiteX5" fmla="*/ 2142491 w 2662490"/>
                <a:gd name="connsiteY5" fmla="*/ 269431 h 5470974"/>
                <a:gd name="connsiteX6" fmla="*/ 2447291 w 2662490"/>
                <a:gd name="connsiteY6" fmla="*/ 1599467 h 5470974"/>
                <a:gd name="connsiteX7" fmla="*/ 1990091 w 2662490"/>
                <a:gd name="connsiteY7" fmla="*/ 2610849 h 5470974"/>
                <a:gd name="connsiteX8" fmla="*/ 1809982 w 2662490"/>
                <a:gd name="connsiteY8" fmla="*/ 3622231 h 5470974"/>
                <a:gd name="connsiteX9" fmla="*/ 2502709 w 2662490"/>
                <a:gd name="connsiteY9" fmla="*/ 4508922 h 5470974"/>
                <a:gd name="connsiteX10" fmla="*/ 2641254 w 2662490"/>
                <a:gd name="connsiteY10" fmla="*/ 5146231 h 5470974"/>
                <a:gd name="connsiteX11" fmla="*/ 2170200 w 2662490"/>
                <a:gd name="connsiteY11" fmla="*/ 5423322 h 5470974"/>
                <a:gd name="connsiteX12" fmla="*/ 729327 w 2662490"/>
                <a:gd name="connsiteY12" fmla="*/ 5395613 h 5470974"/>
                <a:gd name="connsiteX13" fmla="*/ 452236 w 2662490"/>
                <a:gd name="connsiteY13" fmla="*/ 4744449 h 5470974"/>
                <a:gd name="connsiteX0" fmla="*/ 452236 w 2628430"/>
                <a:gd name="connsiteY0" fmla="*/ 4744449 h 5470974"/>
                <a:gd name="connsiteX1" fmla="*/ 8891 w 2628430"/>
                <a:gd name="connsiteY1" fmla="*/ 2749394 h 5470974"/>
                <a:gd name="connsiteX2" fmla="*/ 175146 w 2628430"/>
                <a:gd name="connsiteY2" fmla="*/ 1211540 h 5470974"/>
                <a:gd name="connsiteX3" fmla="*/ 410673 w 2628430"/>
                <a:gd name="connsiteY3" fmla="*/ 394122 h 5470974"/>
                <a:gd name="connsiteX4" fmla="*/ 1186527 w 2628430"/>
                <a:gd name="connsiteY4" fmla="*/ 6194 h 5470974"/>
                <a:gd name="connsiteX5" fmla="*/ 2142491 w 2628430"/>
                <a:gd name="connsiteY5" fmla="*/ 269431 h 5470974"/>
                <a:gd name="connsiteX6" fmla="*/ 2447291 w 2628430"/>
                <a:gd name="connsiteY6" fmla="*/ 1599467 h 5470974"/>
                <a:gd name="connsiteX7" fmla="*/ 1990091 w 2628430"/>
                <a:gd name="connsiteY7" fmla="*/ 2610849 h 5470974"/>
                <a:gd name="connsiteX8" fmla="*/ 1809982 w 2628430"/>
                <a:gd name="connsiteY8" fmla="*/ 3622231 h 5470974"/>
                <a:gd name="connsiteX9" fmla="*/ 2502709 w 2628430"/>
                <a:gd name="connsiteY9" fmla="*/ 4508922 h 5470974"/>
                <a:gd name="connsiteX10" fmla="*/ 2599690 w 2628430"/>
                <a:gd name="connsiteY10" fmla="*/ 5132377 h 5470974"/>
                <a:gd name="connsiteX11" fmla="*/ 2170200 w 2628430"/>
                <a:gd name="connsiteY11" fmla="*/ 5423322 h 5470974"/>
                <a:gd name="connsiteX12" fmla="*/ 729327 w 2628430"/>
                <a:gd name="connsiteY12" fmla="*/ 5395613 h 5470974"/>
                <a:gd name="connsiteX13" fmla="*/ 452236 w 2628430"/>
                <a:gd name="connsiteY13" fmla="*/ 4744449 h 5470974"/>
                <a:gd name="connsiteX0" fmla="*/ 452236 w 2628430"/>
                <a:gd name="connsiteY0" fmla="*/ 4744449 h 5464715"/>
                <a:gd name="connsiteX1" fmla="*/ 8891 w 2628430"/>
                <a:gd name="connsiteY1" fmla="*/ 2749394 h 5464715"/>
                <a:gd name="connsiteX2" fmla="*/ 175146 w 2628430"/>
                <a:gd name="connsiteY2" fmla="*/ 1211540 h 5464715"/>
                <a:gd name="connsiteX3" fmla="*/ 410673 w 2628430"/>
                <a:gd name="connsiteY3" fmla="*/ 394122 h 5464715"/>
                <a:gd name="connsiteX4" fmla="*/ 1186527 w 2628430"/>
                <a:gd name="connsiteY4" fmla="*/ 6194 h 5464715"/>
                <a:gd name="connsiteX5" fmla="*/ 2142491 w 2628430"/>
                <a:gd name="connsiteY5" fmla="*/ 269431 h 5464715"/>
                <a:gd name="connsiteX6" fmla="*/ 2447291 w 2628430"/>
                <a:gd name="connsiteY6" fmla="*/ 1599467 h 5464715"/>
                <a:gd name="connsiteX7" fmla="*/ 1990091 w 2628430"/>
                <a:gd name="connsiteY7" fmla="*/ 2610849 h 5464715"/>
                <a:gd name="connsiteX8" fmla="*/ 1809982 w 2628430"/>
                <a:gd name="connsiteY8" fmla="*/ 3622231 h 5464715"/>
                <a:gd name="connsiteX9" fmla="*/ 2502709 w 2628430"/>
                <a:gd name="connsiteY9" fmla="*/ 4508922 h 5464715"/>
                <a:gd name="connsiteX10" fmla="*/ 2599690 w 2628430"/>
                <a:gd name="connsiteY10" fmla="*/ 5132377 h 5464715"/>
                <a:gd name="connsiteX11" fmla="*/ 2170200 w 2628430"/>
                <a:gd name="connsiteY11" fmla="*/ 5423322 h 5464715"/>
                <a:gd name="connsiteX12" fmla="*/ 895581 w 2628430"/>
                <a:gd name="connsiteY12" fmla="*/ 5381759 h 5464715"/>
                <a:gd name="connsiteX13" fmla="*/ 452236 w 2628430"/>
                <a:gd name="connsiteY13" fmla="*/ 4744449 h 5464715"/>
                <a:gd name="connsiteX0" fmla="*/ 281453 w 2457647"/>
                <a:gd name="connsiteY0" fmla="*/ 4744449 h 5464715"/>
                <a:gd name="connsiteX1" fmla="*/ 101345 w 2457647"/>
                <a:gd name="connsiteY1" fmla="*/ 2790958 h 5464715"/>
                <a:gd name="connsiteX2" fmla="*/ 4363 w 2457647"/>
                <a:gd name="connsiteY2" fmla="*/ 1211540 h 5464715"/>
                <a:gd name="connsiteX3" fmla="*/ 239890 w 2457647"/>
                <a:gd name="connsiteY3" fmla="*/ 394122 h 5464715"/>
                <a:gd name="connsiteX4" fmla="*/ 1015744 w 2457647"/>
                <a:gd name="connsiteY4" fmla="*/ 6194 h 5464715"/>
                <a:gd name="connsiteX5" fmla="*/ 1971708 w 2457647"/>
                <a:gd name="connsiteY5" fmla="*/ 269431 h 5464715"/>
                <a:gd name="connsiteX6" fmla="*/ 2276508 w 2457647"/>
                <a:gd name="connsiteY6" fmla="*/ 1599467 h 5464715"/>
                <a:gd name="connsiteX7" fmla="*/ 1819308 w 2457647"/>
                <a:gd name="connsiteY7" fmla="*/ 2610849 h 5464715"/>
                <a:gd name="connsiteX8" fmla="*/ 1639199 w 2457647"/>
                <a:gd name="connsiteY8" fmla="*/ 3622231 h 5464715"/>
                <a:gd name="connsiteX9" fmla="*/ 2331926 w 2457647"/>
                <a:gd name="connsiteY9" fmla="*/ 4508922 h 5464715"/>
                <a:gd name="connsiteX10" fmla="*/ 2428907 w 2457647"/>
                <a:gd name="connsiteY10" fmla="*/ 5132377 h 5464715"/>
                <a:gd name="connsiteX11" fmla="*/ 1999417 w 2457647"/>
                <a:gd name="connsiteY11" fmla="*/ 5423322 h 5464715"/>
                <a:gd name="connsiteX12" fmla="*/ 724798 w 2457647"/>
                <a:gd name="connsiteY12" fmla="*/ 5381759 h 5464715"/>
                <a:gd name="connsiteX13" fmla="*/ 281453 w 2457647"/>
                <a:gd name="connsiteY13" fmla="*/ 4744449 h 5464715"/>
                <a:gd name="connsiteX0" fmla="*/ 182997 w 2359191"/>
                <a:gd name="connsiteY0" fmla="*/ 4744449 h 5464715"/>
                <a:gd name="connsiteX1" fmla="*/ 2889 w 2359191"/>
                <a:gd name="connsiteY1" fmla="*/ 2790958 h 5464715"/>
                <a:gd name="connsiteX2" fmla="*/ 141434 w 2359191"/>
                <a:gd name="connsiteY2" fmla="*/ 394122 h 5464715"/>
                <a:gd name="connsiteX3" fmla="*/ 917288 w 2359191"/>
                <a:gd name="connsiteY3" fmla="*/ 6194 h 5464715"/>
                <a:gd name="connsiteX4" fmla="*/ 1873252 w 2359191"/>
                <a:gd name="connsiteY4" fmla="*/ 269431 h 5464715"/>
                <a:gd name="connsiteX5" fmla="*/ 2178052 w 2359191"/>
                <a:gd name="connsiteY5" fmla="*/ 1599467 h 5464715"/>
                <a:gd name="connsiteX6" fmla="*/ 1720852 w 2359191"/>
                <a:gd name="connsiteY6" fmla="*/ 2610849 h 5464715"/>
                <a:gd name="connsiteX7" fmla="*/ 1540743 w 2359191"/>
                <a:gd name="connsiteY7" fmla="*/ 3622231 h 5464715"/>
                <a:gd name="connsiteX8" fmla="*/ 2233470 w 2359191"/>
                <a:gd name="connsiteY8" fmla="*/ 4508922 h 5464715"/>
                <a:gd name="connsiteX9" fmla="*/ 2330451 w 2359191"/>
                <a:gd name="connsiteY9" fmla="*/ 5132377 h 5464715"/>
                <a:gd name="connsiteX10" fmla="*/ 1900961 w 2359191"/>
                <a:gd name="connsiteY10" fmla="*/ 5423322 h 5464715"/>
                <a:gd name="connsiteX11" fmla="*/ 626342 w 2359191"/>
                <a:gd name="connsiteY11" fmla="*/ 5381759 h 5464715"/>
                <a:gd name="connsiteX12" fmla="*/ 182997 w 2359191"/>
                <a:gd name="connsiteY12" fmla="*/ 4744449 h 5464715"/>
                <a:gd name="connsiteX0" fmla="*/ 180222 w 2356416"/>
                <a:gd name="connsiteY0" fmla="*/ 4782093 h 5502359"/>
                <a:gd name="connsiteX1" fmla="*/ 114 w 2356416"/>
                <a:gd name="connsiteY1" fmla="*/ 2828602 h 5502359"/>
                <a:gd name="connsiteX2" fmla="*/ 201419 w 2356416"/>
                <a:gd name="connsiteY2" fmla="*/ 982913 h 5502359"/>
                <a:gd name="connsiteX3" fmla="*/ 914513 w 2356416"/>
                <a:gd name="connsiteY3" fmla="*/ 43838 h 5502359"/>
                <a:gd name="connsiteX4" fmla="*/ 1870477 w 2356416"/>
                <a:gd name="connsiteY4" fmla="*/ 307075 h 5502359"/>
                <a:gd name="connsiteX5" fmla="*/ 2175277 w 2356416"/>
                <a:gd name="connsiteY5" fmla="*/ 1637111 h 5502359"/>
                <a:gd name="connsiteX6" fmla="*/ 1718077 w 2356416"/>
                <a:gd name="connsiteY6" fmla="*/ 2648493 h 5502359"/>
                <a:gd name="connsiteX7" fmla="*/ 1537968 w 2356416"/>
                <a:gd name="connsiteY7" fmla="*/ 3659875 h 5502359"/>
                <a:gd name="connsiteX8" fmla="*/ 2230695 w 2356416"/>
                <a:gd name="connsiteY8" fmla="*/ 4546566 h 5502359"/>
                <a:gd name="connsiteX9" fmla="*/ 2327676 w 2356416"/>
                <a:gd name="connsiteY9" fmla="*/ 5170021 h 5502359"/>
                <a:gd name="connsiteX10" fmla="*/ 1898186 w 2356416"/>
                <a:gd name="connsiteY10" fmla="*/ 5460966 h 5502359"/>
                <a:gd name="connsiteX11" fmla="*/ 623567 w 2356416"/>
                <a:gd name="connsiteY11" fmla="*/ 5419403 h 5502359"/>
                <a:gd name="connsiteX12" fmla="*/ 180222 w 2356416"/>
                <a:gd name="connsiteY12" fmla="*/ 4782093 h 5502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56416" h="5502359">
                  <a:moveTo>
                    <a:pt x="180222" y="4782093"/>
                  </a:moveTo>
                  <a:cubicBezTo>
                    <a:pt x="76313" y="4350293"/>
                    <a:pt x="-3419" y="3461799"/>
                    <a:pt x="114" y="2828602"/>
                  </a:cubicBezTo>
                  <a:cubicBezTo>
                    <a:pt x="3647" y="2195405"/>
                    <a:pt x="49019" y="1447040"/>
                    <a:pt x="201419" y="982913"/>
                  </a:cubicBezTo>
                  <a:cubicBezTo>
                    <a:pt x="353819" y="518786"/>
                    <a:pt x="636337" y="156478"/>
                    <a:pt x="914513" y="43838"/>
                  </a:cubicBezTo>
                  <a:cubicBezTo>
                    <a:pt x="1192689" y="-68802"/>
                    <a:pt x="1660350" y="41530"/>
                    <a:pt x="1870477" y="307075"/>
                  </a:cubicBezTo>
                  <a:cubicBezTo>
                    <a:pt x="2080604" y="572620"/>
                    <a:pt x="2200677" y="1246875"/>
                    <a:pt x="2175277" y="1637111"/>
                  </a:cubicBezTo>
                  <a:cubicBezTo>
                    <a:pt x="2149877" y="2027347"/>
                    <a:pt x="1824295" y="2311366"/>
                    <a:pt x="1718077" y="2648493"/>
                  </a:cubicBezTo>
                  <a:cubicBezTo>
                    <a:pt x="1611859" y="2985620"/>
                    <a:pt x="1452532" y="3343530"/>
                    <a:pt x="1537968" y="3659875"/>
                  </a:cubicBezTo>
                  <a:cubicBezTo>
                    <a:pt x="1623404" y="3976221"/>
                    <a:pt x="2099077" y="4294875"/>
                    <a:pt x="2230695" y="4546566"/>
                  </a:cubicBezTo>
                  <a:cubicBezTo>
                    <a:pt x="2362313" y="4798257"/>
                    <a:pt x="2383094" y="5017621"/>
                    <a:pt x="2327676" y="5170021"/>
                  </a:cubicBezTo>
                  <a:cubicBezTo>
                    <a:pt x="2272258" y="5322421"/>
                    <a:pt x="2258404" y="5403239"/>
                    <a:pt x="1898186" y="5460966"/>
                  </a:cubicBezTo>
                  <a:cubicBezTo>
                    <a:pt x="1537968" y="5518693"/>
                    <a:pt x="907585" y="5525621"/>
                    <a:pt x="623567" y="5419403"/>
                  </a:cubicBezTo>
                  <a:cubicBezTo>
                    <a:pt x="339549" y="5313185"/>
                    <a:pt x="284131" y="5213893"/>
                    <a:pt x="180222" y="47820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 5"/>
            <p:cNvSpPr/>
            <p:nvPr/>
          </p:nvSpPr>
          <p:spPr>
            <a:xfrm rot="21426065" flipH="1">
              <a:off x="4566468" y="803586"/>
              <a:ext cx="2092276" cy="3662341"/>
            </a:xfrm>
            <a:custGeom>
              <a:avLst/>
              <a:gdLst>
                <a:gd name="connsiteX0" fmla="*/ 452236 w 2914469"/>
                <a:gd name="connsiteY0" fmla="*/ 4744449 h 5470974"/>
                <a:gd name="connsiteX1" fmla="*/ 8891 w 2914469"/>
                <a:gd name="connsiteY1" fmla="*/ 2749394 h 5470974"/>
                <a:gd name="connsiteX2" fmla="*/ 175146 w 2914469"/>
                <a:gd name="connsiteY2" fmla="*/ 1211540 h 5470974"/>
                <a:gd name="connsiteX3" fmla="*/ 410673 w 2914469"/>
                <a:gd name="connsiteY3" fmla="*/ 394122 h 5470974"/>
                <a:gd name="connsiteX4" fmla="*/ 1186527 w 2914469"/>
                <a:gd name="connsiteY4" fmla="*/ 6194 h 5470974"/>
                <a:gd name="connsiteX5" fmla="*/ 2142491 w 2914469"/>
                <a:gd name="connsiteY5" fmla="*/ 269431 h 5470974"/>
                <a:gd name="connsiteX6" fmla="*/ 2447291 w 2914469"/>
                <a:gd name="connsiteY6" fmla="*/ 1599467 h 5470974"/>
                <a:gd name="connsiteX7" fmla="*/ 1990091 w 2914469"/>
                <a:gd name="connsiteY7" fmla="*/ 2610849 h 5470974"/>
                <a:gd name="connsiteX8" fmla="*/ 1809982 w 2914469"/>
                <a:gd name="connsiteY8" fmla="*/ 3622231 h 5470974"/>
                <a:gd name="connsiteX9" fmla="*/ 2655109 w 2914469"/>
                <a:gd name="connsiteY9" fmla="*/ 4522776 h 5470974"/>
                <a:gd name="connsiteX10" fmla="*/ 2890636 w 2914469"/>
                <a:gd name="connsiteY10" fmla="*/ 5049249 h 5470974"/>
                <a:gd name="connsiteX11" fmla="*/ 2170200 w 2914469"/>
                <a:gd name="connsiteY11" fmla="*/ 5423322 h 5470974"/>
                <a:gd name="connsiteX12" fmla="*/ 729327 w 2914469"/>
                <a:gd name="connsiteY12" fmla="*/ 5395613 h 5470974"/>
                <a:gd name="connsiteX13" fmla="*/ 452236 w 2914469"/>
                <a:gd name="connsiteY13" fmla="*/ 4744449 h 5470974"/>
                <a:gd name="connsiteX0" fmla="*/ 452236 w 2733397"/>
                <a:gd name="connsiteY0" fmla="*/ 4744449 h 5470974"/>
                <a:gd name="connsiteX1" fmla="*/ 8891 w 2733397"/>
                <a:gd name="connsiteY1" fmla="*/ 2749394 h 5470974"/>
                <a:gd name="connsiteX2" fmla="*/ 175146 w 2733397"/>
                <a:gd name="connsiteY2" fmla="*/ 1211540 h 5470974"/>
                <a:gd name="connsiteX3" fmla="*/ 410673 w 2733397"/>
                <a:gd name="connsiteY3" fmla="*/ 394122 h 5470974"/>
                <a:gd name="connsiteX4" fmla="*/ 1186527 w 2733397"/>
                <a:gd name="connsiteY4" fmla="*/ 6194 h 5470974"/>
                <a:gd name="connsiteX5" fmla="*/ 2142491 w 2733397"/>
                <a:gd name="connsiteY5" fmla="*/ 269431 h 5470974"/>
                <a:gd name="connsiteX6" fmla="*/ 2447291 w 2733397"/>
                <a:gd name="connsiteY6" fmla="*/ 1599467 h 5470974"/>
                <a:gd name="connsiteX7" fmla="*/ 1990091 w 2733397"/>
                <a:gd name="connsiteY7" fmla="*/ 2610849 h 5470974"/>
                <a:gd name="connsiteX8" fmla="*/ 1809982 w 2733397"/>
                <a:gd name="connsiteY8" fmla="*/ 3622231 h 5470974"/>
                <a:gd name="connsiteX9" fmla="*/ 2655109 w 2733397"/>
                <a:gd name="connsiteY9" fmla="*/ 4522776 h 5470974"/>
                <a:gd name="connsiteX10" fmla="*/ 2641254 w 2733397"/>
                <a:gd name="connsiteY10" fmla="*/ 5146231 h 5470974"/>
                <a:gd name="connsiteX11" fmla="*/ 2170200 w 2733397"/>
                <a:gd name="connsiteY11" fmla="*/ 5423322 h 5470974"/>
                <a:gd name="connsiteX12" fmla="*/ 729327 w 2733397"/>
                <a:gd name="connsiteY12" fmla="*/ 5395613 h 5470974"/>
                <a:gd name="connsiteX13" fmla="*/ 452236 w 2733397"/>
                <a:gd name="connsiteY13" fmla="*/ 4744449 h 5470974"/>
                <a:gd name="connsiteX0" fmla="*/ 452236 w 2662490"/>
                <a:gd name="connsiteY0" fmla="*/ 4744449 h 5470974"/>
                <a:gd name="connsiteX1" fmla="*/ 8891 w 2662490"/>
                <a:gd name="connsiteY1" fmla="*/ 2749394 h 5470974"/>
                <a:gd name="connsiteX2" fmla="*/ 175146 w 2662490"/>
                <a:gd name="connsiteY2" fmla="*/ 1211540 h 5470974"/>
                <a:gd name="connsiteX3" fmla="*/ 410673 w 2662490"/>
                <a:gd name="connsiteY3" fmla="*/ 394122 h 5470974"/>
                <a:gd name="connsiteX4" fmla="*/ 1186527 w 2662490"/>
                <a:gd name="connsiteY4" fmla="*/ 6194 h 5470974"/>
                <a:gd name="connsiteX5" fmla="*/ 2142491 w 2662490"/>
                <a:gd name="connsiteY5" fmla="*/ 269431 h 5470974"/>
                <a:gd name="connsiteX6" fmla="*/ 2447291 w 2662490"/>
                <a:gd name="connsiteY6" fmla="*/ 1599467 h 5470974"/>
                <a:gd name="connsiteX7" fmla="*/ 1990091 w 2662490"/>
                <a:gd name="connsiteY7" fmla="*/ 2610849 h 5470974"/>
                <a:gd name="connsiteX8" fmla="*/ 1809982 w 2662490"/>
                <a:gd name="connsiteY8" fmla="*/ 3622231 h 5470974"/>
                <a:gd name="connsiteX9" fmla="*/ 2502709 w 2662490"/>
                <a:gd name="connsiteY9" fmla="*/ 4508922 h 5470974"/>
                <a:gd name="connsiteX10" fmla="*/ 2641254 w 2662490"/>
                <a:gd name="connsiteY10" fmla="*/ 5146231 h 5470974"/>
                <a:gd name="connsiteX11" fmla="*/ 2170200 w 2662490"/>
                <a:gd name="connsiteY11" fmla="*/ 5423322 h 5470974"/>
                <a:gd name="connsiteX12" fmla="*/ 729327 w 2662490"/>
                <a:gd name="connsiteY12" fmla="*/ 5395613 h 5470974"/>
                <a:gd name="connsiteX13" fmla="*/ 452236 w 2662490"/>
                <a:gd name="connsiteY13" fmla="*/ 4744449 h 5470974"/>
                <a:gd name="connsiteX0" fmla="*/ 452236 w 2628430"/>
                <a:gd name="connsiteY0" fmla="*/ 4744449 h 5470974"/>
                <a:gd name="connsiteX1" fmla="*/ 8891 w 2628430"/>
                <a:gd name="connsiteY1" fmla="*/ 2749394 h 5470974"/>
                <a:gd name="connsiteX2" fmla="*/ 175146 w 2628430"/>
                <a:gd name="connsiteY2" fmla="*/ 1211540 h 5470974"/>
                <a:gd name="connsiteX3" fmla="*/ 410673 w 2628430"/>
                <a:gd name="connsiteY3" fmla="*/ 394122 h 5470974"/>
                <a:gd name="connsiteX4" fmla="*/ 1186527 w 2628430"/>
                <a:gd name="connsiteY4" fmla="*/ 6194 h 5470974"/>
                <a:gd name="connsiteX5" fmla="*/ 2142491 w 2628430"/>
                <a:gd name="connsiteY5" fmla="*/ 269431 h 5470974"/>
                <a:gd name="connsiteX6" fmla="*/ 2447291 w 2628430"/>
                <a:gd name="connsiteY6" fmla="*/ 1599467 h 5470974"/>
                <a:gd name="connsiteX7" fmla="*/ 1990091 w 2628430"/>
                <a:gd name="connsiteY7" fmla="*/ 2610849 h 5470974"/>
                <a:gd name="connsiteX8" fmla="*/ 1809982 w 2628430"/>
                <a:gd name="connsiteY8" fmla="*/ 3622231 h 5470974"/>
                <a:gd name="connsiteX9" fmla="*/ 2502709 w 2628430"/>
                <a:gd name="connsiteY9" fmla="*/ 4508922 h 5470974"/>
                <a:gd name="connsiteX10" fmla="*/ 2599690 w 2628430"/>
                <a:gd name="connsiteY10" fmla="*/ 5132377 h 5470974"/>
                <a:gd name="connsiteX11" fmla="*/ 2170200 w 2628430"/>
                <a:gd name="connsiteY11" fmla="*/ 5423322 h 5470974"/>
                <a:gd name="connsiteX12" fmla="*/ 729327 w 2628430"/>
                <a:gd name="connsiteY12" fmla="*/ 5395613 h 5470974"/>
                <a:gd name="connsiteX13" fmla="*/ 452236 w 2628430"/>
                <a:gd name="connsiteY13" fmla="*/ 4744449 h 5470974"/>
                <a:gd name="connsiteX0" fmla="*/ 452236 w 2628430"/>
                <a:gd name="connsiteY0" fmla="*/ 4744449 h 5464715"/>
                <a:gd name="connsiteX1" fmla="*/ 8891 w 2628430"/>
                <a:gd name="connsiteY1" fmla="*/ 2749394 h 5464715"/>
                <a:gd name="connsiteX2" fmla="*/ 175146 w 2628430"/>
                <a:gd name="connsiteY2" fmla="*/ 1211540 h 5464715"/>
                <a:gd name="connsiteX3" fmla="*/ 410673 w 2628430"/>
                <a:gd name="connsiteY3" fmla="*/ 394122 h 5464715"/>
                <a:gd name="connsiteX4" fmla="*/ 1186527 w 2628430"/>
                <a:gd name="connsiteY4" fmla="*/ 6194 h 5464715"/>
                <a:gd name="connsiteX5" fmla="*/ 2142491 w 2628430"/>
                <a:gd name="connsiteY5" fmla="*/ 269431 h 5464715"/>
                <a:gd name="connsiteX6" fmla="*/ 2447291 w 2628430"/>
                <a:gd name="connsiteY6" fmla="*/ 1599467 h 5464715"/>
                <a:gd name="connsiteX7" fmla="*/ 1990091 w 2628430"/>
                <a:gd name="connsiteY7" fmla="*/ 2610849 h 5464715"/>
                <a:gd name="connsiteX8" fmla="*/ 1809982 w 2628430"/>
                <a:gd name="connsiteY8" fmla="*/ 3622231 h 5464715"/>
                <a:gd name="connsiteX9" fmla="*/ 2502709 w 2628430"/>
                <a:gd name="connsiteY9" fmla="*/ 4508922 h 5464715"/>
                <a:gd name="connsiteX10" fmla="*/ 2599690 w 2628430"/>
                <a:gd name="connsiteY10" fmla="*/ 5132377 h 5464715"/>
                <a:gd name="connsiteX11" fmla="*/ 2170200 w 2628430"/>
                <a:gd name="connsiteY11" fmla="*/ 5423322 h 5464715"/>
                <a:gd name="connsiteX12" fmla="*/ 895581 w 2628430"/>
                <a:gd name="connsiteY12" fmla="*/ 5381759 h 5464715"/>
                <a:gd name="connsiteX13" fmla="*/ 452236 w 2628430"/>
                <a:gd name="connsiteY13" fmla="*/ 4744449 h 5464715"/>
                <a:gd name="connsiteX0" fmla="*/ 281453 w 2457647"/>
                <a:gd name="connsiteY0" fmla="*/ 4744449 h 5464715"/>
                <a:gd name="connsiteX1" fmla="*/ 101345 w 2457647"/>
                <a:gd name="connsiteY1" fmla="*/ 2790958 h 5464715"/>
                <a:gd name="connsiteX2" fmla="*/ 4363 w 2457647"/>
                <a:gd name="connsiteY2" fmla="*/ 1211540 h 5464715"/>
                <a:gd name="connsiteX3" fmla="*/ 239890 w 2457647"/>
                <a:gd name="connsiteY3" fmla="*/ 394122 h 5464715"/>
                <a:gd name="connsiteX4" fmla="*/ 1015744 w 2457647"/>
                <a:gd name="connsiteY4" fmla="*/ 6194 h 5464715"/>
                <a:gd name="connsiteX5" fmla="*/ 1971708 w 2457647"/>
                <a:gd name="connsiteY5" fmla="*/ 269431 h 5464715"/>
                <a:gd name="connsiteX6" fmla="*/ 2276508 w 2457647"/>
                <a:gd name="connsiteY6" fmla="*/ 1599467 h 5464715"/>
                <a:gd name="connsiteX7" fmla="*/ 1819308 w 2457647"/>
                <a:gd name="connsiteY7" fmla="*/ 2610849 h 5464715"/>
                <a:gd name="connsiteX8" fmla="*/ 1639199 w 2457647"/>
                <a:gd name="connsiteY8" fmla="*/ 3622231 h 5464715"/>
                <a:gd name="connsiteX9" fmla="*/ 2331926 w 2457647"/>
                <a:gd name="connsiteY9" fmla="*/ 4508922 h 5464715"/>
                <a:gd name="connsiteX10" fmla="*/ 2428907 w 2457647"/>
                <a:gd name="connsiteY10" fmla="*/ 5132377 h 5464715"/>
                <a:gd name="connsiteX11" fmla="*/ 1999417 w 2457647"/>
                <a:gd name="connsiteY11" fmla="*/ 5423322 h 5464715"/>
                <a:gd name="connsiteX12" fmla="*/ 724798 w 2457647"/>
                <a:gd name="connsiteY12" fmla="*/ 5381759 h 5464715"/>
                <a:gd name="connsiteX13" fmla="*/ 281453 w 2457647"/>
                <a:gd name="connsiteY13" fmla="*/ 4744449 h 5464715"/>
                <a:gd name="connsiteX0" fmla="*/ 182997 w 2359191"/>
                <a:gd name="connsiteY0" fmla="*/ 4744449 h 5464715"/>
                <a:gd name="connsiteX1" fmla="*/ 2889 w 2359191"/>
                <a:gd name="connsiteY1" fmla="*/ 2790958 h 5464715"/>
                <a:gd name="connsiteX2" fmla="*/ 141434 w 2359191"/>
                <a:gd name="connsiteY2" fmla="*/ 394122 h 5464715"/>
                <a:gd name="connsiteX3" fmla="*/ 917288 w 2359191"/>
                <a:gd name="connsiteY3" fmla="*/ 6194 h 5464715"/>
                <a:gd name="connsiteX4" fmla="*/ 1873252 w 2359191"/>
                <a:gd name="connsiteY4" fmla="*/ 269431 h 5464715"/>
                <a:gd name="connsiteX5" fmla="*/ 2178052 w 2359191"/>
                <a:gd name="connsiteY5" fmla="*/ 1599467 h 5464715"/>
                <a:gd name="connsiteX6" fmla="*/ 1720852 w 2359191"/>
                <a:gd name="connsiteY6" fmla="*/ 2610849 h 5464715"/>
                <a:gd name="connsiteX7" fmla="*/ 1540743 w 2359191"/>
                <a:gd name="connsiteY7" fmla="*/ 3622231 h 5464715"/>
                <a:gd name="connsiteX8" fmla="*/ 2233470 w 2359191"/>
                <a:gd name="connsiteY8" fmla="*/ 4508922 h 5464715"/>
                <a:gd name="connsiteX9" fmla="*/ 2330451 w 2359191"/>
                <a:gd name="connsiteY9" fmla="*/ 5132377 h 5464715"/>
                <a:gd name="connsiteX10" fmla="*/ 1900961 w 2359191"/>
                <a:gd name="connsiteY10" fmla="*/ 5423322 h 5464715"/>
                <a:gd name="connsiteX11" fmla="*/ 626342 w 2359191"/>
                <a:gd name="connsiteY11" fmla="*/ 5381759 h 5464715"/>
                <a:gd name="connsiteX12" fmla="*/ 182997 w 2359191"/>
                <a:gd name="connsiteY12" fmla="*/ 4744449 h 5464715"/>
                <a:gd name="connsiteX0" fmla="*/ 180110 w 2356304"/>
                <a:gd name="connsiteY0" fmla="*/ 4785805 h 5506071"/>
                <a:gd name="connsiteX1" fmla="*/ 2 w 2356304"/>
                <a:gd name="connsiteY1" fmla="*/ 2832314 h 5506071"/>
                <a:gd name="connsiteX2" fmla="*/ 182207 w 2356304"/>
                <a:gd name="connsiteY2" fmla="*/ 1038518 h 5506071"/>
                <a:gd name="connsiteX3" fmla="*/ 914401 w 2356304"/>
                <a:gd name="connsiteY3" fmla="*/ 47550 h 5506071"/>
                <a:gd name="connsiteX4" fmla="*/ 1870365 w 2356304"/>
                <a:gd name="connsiteY4" fmla="*/ 310787 h 5506071"/>
                <a:gd name="connsiteX5" fmla="*/ 2175165 w 2356304"/>
                <a:gd name="connsiteY5" fmla="*/ 1640823 h 5506071"/>
                <a:gd name="connsiteX6" fmla="*/ 1717965 w 2356304"/>
                <a:gd name="connsiteY6" fmla="*/ 2652205 h 5506071"/>
                <a:gd name="connsiteX7" fmla="*/ 1537856 w 2356304"/>
                <a:gd name="connsiteY7" fmla="*/ 3663587 h 5506071"/>
                <a:gd name="connsiteX8" fmla="*/ 2230583 w 2356304"/>
                <a:gd name="connsiteY8" fmla="*/ 4550278 h 5506071"/>
                <a:gd name="connsiteX9" fmla="*/ 2327564 w 2356304"/>
                <a:gd name="connsiteY9" fmla="*/ 5173733 h 5506071"/>
                <a:gd name="connsiteX10" fmla="*/ 1898074 w 2356304"/>
                <a:gd name="connsiteY10" fmla="*/ 5464678 h 5506071"/>
                <a:gd name="connsiteX11" fmla="*/ 623455 w 2356304"/>
                <a:gd name="connsiteY11" fmla="*/ 5423115 h 5506071"/>
                <a:gd name="connsiteX12" fmla="*/ 180110 w 2356304"/>
                <a:gd name="connsiteY12" fmla="*/ 4785805 h 5506071"/>
                <a:gd name="connsiteX0" fmla="*/ 181079 w 2357273"/>
                <a:gd name="connsiteY0" fmla="*/ 4796399 h 5516665"/>
                <a:gd name="connsiteX1" fmla="*/ 971 w 2357273"/>
                <a:gd name="connsiteY1" fmla="*/ 2842908 h 5516665"/>
                <a:gd name="connsiteX2" fmla="*/ 248289 w 2357273"/>
                <a:gd name="connsiteY2" fmla="*/ 1196366 h 5516665"/>
                <a:gd name="connsiteX3" fmla="*/ 915370 w 2357273"/>
                <a:gd name="connsiteY3" fmla="*/ 58144 h 5516665"/>
                <a:gd name="connsiteX4" fmla="*/ 1871334 w 2357273"/>
                <a:gd name="connsiteY4" fmla="*/ 321381 h 5516665"/>
                <a:gd name="connsiteX5" fmla="*/ 2176134 w 2357273"/>
                <a:gd name="connsiteY5" fmla="*/ 1651417 h 5516665"/>
                <a:gd name="connsiteX6" fmla="*/ 1718934 w 2357273"/>
                <a:gd name="connsiteY6" fmla="*/ 2662799 h 5516665"/>
                <a:gd name="connsiteX7" fmla="*/ 1538825 w 2357273"/>
                <a:gd name="connsiteY7" fmla="*/ 3674181 h 5516665"/>
                <a:gd name="connsiteX8" fmla="*/ 2231552 w 2357273"/>
                <a:gd name="connsiteY8" fmla="*/ 4560872 h 5516665"/>
                <a:gd name="connsiteX9" fmla="*/ 2328533 w 2357273"/>
                <a:gd name="connsiteY9" fmla="*/ 5184327 h 5516665"/>
                <a:gd name="connsiteX10" fmla="*/ 1899043 w 2357273"/>
                <a:gd name="connsiteY10" fmla="*/ 5475272 h 5516665"/>
                <a:gd name="connsiteX11" fmla="*/ 624424 w 2357273"/>
                <a:gd name="connsiteY11" fmla="*/ 5433709 h 5516665"/>
                <a:gd name="connsiteX12" fmla="*/ 181079 w 2357273"/>
                <a:gd name="connsiteY12" fmla="*/ 4796399 h 5516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57273" h="5516665">
                  <a:moveTo>
                    <a:pt x="181079" y="4796399"/>
                  </a:moveTo>
                  <a:cubicBezTo>
                    <a:pt x="77170" y="4364599"/>
                    <a:pt x="-10231" y="3442913"/>
                    <a:pt x="971" y="2842908"/>
                  </a:cubicBezTo>
                  <a:cubicBezTo>
                    <a:pt x="12173" y="2242903"/>
                    <a:pt x="95889" y="1660493"/>
                    <a:pt x="248289" y="1196366"/>
                  </a:cubicBezTo>
                  <a:cubicBezTo>
                    <a:pt x="400689" y="732239"/>
                    <a:pt x="644863" y="203975"/>
                    <a:pt x="915370" y="58144"/>
                  </a:cubicBezTo>
                  <a:cubicBezTo>
                    <a:pt x="1185878" y="-87687"/>
                    <a:pt x="1661207" y="55836"/>
                    <a:pt x="1871334" y="321381"/>
                  </a:cubicBezTo>
                  <a:cubicBezTo>
                    <a:pt x="2081461" y="586926"/>
                    <a:pt x="2201534" y="1261181"/>
                    <a:pt x="2176134" y="1651417"/>
                  </a:cubicBezTo>
                  <a:cubicBezTo>
                    <a:pt x="2150734" y="2041653"/>
                    <a:pt x="1825152" y="2325672"/>
                    <a:pt x="1718934" y="2662799"/>
                  </a:cubicBezTo>
                  <a:cubicBezTo>
                    <a:pt x="1612716" y="2999926"/>
                    <a:pt x="1453389" y="3357836"/>
                    <a:pt x="1538825" y="3674181"/>
                  </a:cubicBezTo>
                  <a:cubicBezTo>
                    <a:pt x="1624261" y="3990527"/>
                    <a:pt x="2099934" y="4309181"/>
                    <a:pt x="2231552" y="4560872"/>
                  </a:cubicBezTo>
                  <a:cubicBezTo>
                    <a:pt x="2363170" y="4812563"/>
                    <a:pt x="2383951" y="5031927"/>
                    <a:pt x="2328533" y="5184327"/>
                  </a:cubicBezTo>
                  <a:cubicBezTo>
                    <a:pt x="2273115" y="5336727"/>
                    <a:pt x="2259261" y="5417545"/>
                    <a:pt x="1899043" y="5475272"/>
                  </a:cubicBezTo>
                  <a:cubicBezTo>
                    <a:pt x="1538825" y="5532999"/>
                    <a:pt x="908442" y="5539927"/>
                    <a:pt x="624424" y="5433709"/>
                  </a:cubicBezTo>
                  <a:cubicBezTo>
                    <a:pt x="340406" y="5327491"/>
                    <a:pt x="284988" y="5228199"/>
                    <a:pt x="181079" y="479639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3771133" y="4554340"/>
              <a:ext cx="595511" cy="834159"/>
            </a:xfrm>
            <a:prstGeom prst="ellipse">
              <a:avLst/>
            </a:prstGeom>
            <a:solidFill>
              <a:srgbClr val="C0504D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4617030" y="4554340"/>
              <a:ext cx="595511" cy="834159"/>
            </a:xfrm>
            <a:prstGeom prst="ellipse">
              <a:avLst/>
            </a:prstGeom>
            <a:solidFill>
              <a:srgbClr val="C0504D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3354235" y="4751883"/>
              <a:ext cx="268020" cy="512167"/>
            </a:xfrm>
            <a:prstGeom prst="ellipse">
              <a:avLst/>
            </a:prstGeom>
            <a:solidFill>
              <a:srgbClr val="C0504D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5334350" y="4751883"/>
              <a:ext cx="268020" cy="512167"/>
            </a:xfrm>
            <a:prstGeom prst="ellipse">
              <a:avLst/>
            </a:prstGeom>
            <a:solidFill>
              <a:srgbClr val="C0504D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3026743" y="4666522"/>
              <a:ext cx="268020" cy="512167"/>
            </a:xfrm>
            <a:prstGeom prst="ellipse">
              <a:avLst/>
            </a:prstGeom>
            <a:solidFill>
              <a:srgbClr val="C0504D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2684284" y="4647795"/>
              <a:ext cx="268020" cy="426806"/>
            </a:xfrm>
            <a:prstGeom prst="ellipse">
              <a:avLst/>
            </a:prstGeom>
            <a:solidFill>
              <a:srgbClr val="C0504D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2356793" y="4495800"/>
              <a:ext cx="268020" cy="341445"/>
            </a:xfrm>
            <a:prstGeom prst="ellipse">
              <a:avLst/>
            </a:prstGeom>
            <a:solidFill>
              <a:srgbClr val="C0504D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5693010" y="4666522"/>
              <a:ext cx="268020" cy="512167"/>
            </a:xfrm>
            <a:prstGeom prst="ellipse">
              <a:avLst/>
            </a:prstGeom>
            <a:solidFill>
              <a:srgbClr val="C0504D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</a:endParaRPr>
            </a:p>
          </p:txBody>
        </p:sp>
        <p:sp>
          <p:nvSpPr>
            <p:cNvPr id="16" name="Oval 15"/>
            <p:cNvSpPr/>
            <p:nvPr/>
          </p:nvSpPr>
          <p:spPr>
            <a:xfrm>
              <a:off x="6034036" y="4647795"/>
              <a:ext cx="268020" cy="426806"/>
            </a:xfrm>
            <a:prstGeom prst="ellipse">
              <a:avLst/>
            </a:prstGeom>
            <a:solidFill>
              <a:srgbClr val="C0504D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6376495" y="4495800"/>
              <a:ext cx="268020" cy="341445"/>
            </a:xfrm>
            <a:prstGeom prst="ellipse">
              <a:avLst/>
            </a:prstGeom>
            <a:solidFill>
              <a:srgbClr val="C0504D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</a:endParaRPr>
            </a:p>
          </p:txBody>
        </p:sp>
        <p:sp>
          <p:nvSpPr>
            <p:cNvPr id="4" name="Teardrop 3"/>
            <p:cNvSpPr/>
            <p:nvPr/>
          </p:nvSpPr>
          <p:spPr>
            <a:xfrm>
              <a:off x="6450934" y="835899"/>
              <a:ext cx="357307" cy="341445"/>
            </a:xfrm>
            <a:prstGeom prst="teardrop">
              <a:avLst/>
            </a:prstGeom>
            <a:solidFill>
              <a:srgbClr val="FFCC00"/>
            </a:solidFill>
            <a:ln>
              <a:noFill/>
            </a:ln>
            <a:effectLst>
              <a:glow rad="635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Teardrop 17"/>
            <p:cNvSpPr/>
            <p:nvPr/>
          </p:nvSpPr>
          <p:spPr>
            <a:xfrm flipV="1">
              <a:off x="6450934" y="5142141"/>
              <a:ext cx="357307" cy="341445"/>
            </a:xfrm>
            <a:prstGeom prst="teardrop">
              <a:avLst/>
            </a:prstGeom>
            <a:solidFill>
              <a:srgbClr val="FFCC00"/>
            </a:solidFill>
            <a:ln>
              <a:noFill/>
            </a:ln>
            <a:effectLst>
              <a:glow rad="635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Teardrop 18"/>
            <p:cNvSpPr/>
            <p:nvPr/>
          </p:nvSpPr>
          <p:spPr>
            <a:xfrm flipH="1" flipV="1">
              <a:off x="2128241" y="5142141"/>
              <a:ext cx="357307" cy="341445"/>
            </a:xfrm>
            <a:prstGeom prst="teardrop">
              <a:avLst/>
            </a:prstGeom>
            <a:solidFill>
              <a:srgbClr val="FFCC00"/>
            </a:solidFill>
            <a:ln>
              <a:noFill/>
            </a:ln>
            <a:effectLst>
              <a:glow rad="635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Teardrop 19"/>
            <p:cNvSpPr/>
            <p:nvPr/>
          </p:nvSpPr>
          <p:spPr>
            <a:xfrm flipH="1">
              <a:off x="2128241" y="835899"/>
              <a:ext cx="357307" cy="341445"/>
            </a:xfrm>
            <a:prstGeom prst="teardrop">
              <a:avLst/>
            </a:prstGeom>
            <a:solidFill>
              <a:srgbClr val="FFCC00"/>
            </a:solidFill>
            <a:ln>
              <a:noFill/>
            </a:ln>
            <a:effectLst>
              <a:glow rad="635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832713" y="1262705"/>
              <a:ext cx="1161737" cy="10512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i-IN" sz="6600" dirty="0">
                  <a:ln w="12700">
                    <a:noFill/>
                  </a:ln>
                  <a:solidFill>
                    <a:sysClr val="windowText" lastClr="000000"/>
                  </a:solidFill>
                  <a:effectLst>
                    <a:glow rad="139700">
                      <a:schemeClr val="accent6">
                        <a:satMod val="175000"/>
                        <a:alpha val="40000"/>
                      </a:schemeClr>
                    </a:glow>
                  </a:effectLst>
                </a:rPr>
                <a:t>मा</a:t>
              </a:r>
              <a:endParaRPr lang="en-US" sz="6600" dirty="0">
                <a:ln w="12700">
                  <a:noFill/>
                </a:ln>
                <a:solidFill>
                  <a:sysClr val="windowText" lastClr="000000"/>
                </a:solidFill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813278" y="1262705"/>
              <a:ext cx="1960168" cy="10512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i-IN" sz="6600" dirty="0">
                  <a:ln w="12700">
                    <a:noFill/>
                  </a:ln>
                  <a:solidFill>
                    <a:sysClr val="windowText" lastClr="000000"/>
                  </a:solidFill>
                  <a:effectLst>
                    <a:glow rad="139700">
                      <a:schemeClr val="accent6">
                        <a:satMod val="175000"/>
                        <a:alpha val="40000"/>
                      </a:schemeClr>
                    </a:glow>
                  </a:effectLst>
                </a:rPr>
                <a:t>शुच</a:t>
              </a:r>
              <a:r>
                <a:rPr lang="en-US" sz="6600" dirty="0">
                  <a:ln w="12700">
                    <a:noFill/>
                  </a:ln>
                  <a:solidFill>
                    <a:sysClr val="windowText" lastClr="000000"/>
                  </a:solidFill>
                  <a:effectLst>
                    <a:glow rad="139700">
                      <a:schemeClr val="accent6">
                        <a:satMod val="175000"/>
                        <a:alpha val="40000"/>
                      </a:schemeClr>
                    </a:glow>
                  </a:effectLst>
                </a:rPr>
                <a:t>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628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7B4F6882-261E-F847-ADC6-70BAB77CF676}"/>
              </a:ext>
            </a:extLst>
          </p:cNvPr>
          <p:cNvGrpSpPr/>
          <p:nvPr/>
        </p:nvGrpSpPr>
        <p:grpSpPr>
          <a:xfrm rot="20045583">
            <a:off x="7092077" y="3610805"/>
            <a:ext cx="1610635" cy="1088954"/>
            <a:chOff x="7092077" y="3610805"/>
            <a:chExt cx="1610635" cy="108895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B5E6072-95D8-ADD6-4CAE-BF972A7C517C}"/>
                </a:ext>
              </a:extLst>
            </p:cNvPr>
            <p:cNvGrpSpPr/>
            <p:nvPr/>
          </p:nvGrpSpPr>
          <p:grpSpPr>
            <a:xfrm rot="3582214">
              <a:off x="7485024" y="3855442"/>
              <a:ext cx="230400" cy="525600"/>
              <a:chOff x="8024239" y="1985356"/>
              <a:chExt cx="2141775" cy="4911414"/>
            </a:xfrm>
          </p:grpSpPr>
          <p:sp>
            <p:nvSpPr>
              <p:cNvPr id="8" name="Freeform 5">
                <a:extLst>
                  <a:ext uri="{FF2B5EF4-FFF2-40B4-BE49-F238E27FC236}">
                    <a16:creationId xmlns:a16="http://schemas.microsoft.com/office/drawing/2014/main" id="{170729A6-6FF2-818B-28CC-B2F3F66D52B6}"/>
                  </a:ext>
                </a:extLst>
              </p:cNvPr>
              <p:cNvSpPr/>
              <p:nvPr/>
            </p:nvSpPr>
            <p:spPr>
              <a:xfrm rot="10626065" flipH="1">
                <a:off x="8024239" y="2973626"/>
                <a:ext cx="2141775" cy="3923144"/>
              </a:xfrm>
              <a:custGeom>
                <a:avLst/>
                <a:gdLst>
                  <a:gd name="connsiteX0" fmla="*/ 452236 w 2914469"/>
                  <a:gd name="connsiteY0" fmla="*/ 4744449 h 5470974"/>
                  <a:gd name="connsiteX1" fmla="*/ 8891 w 2914469"/>
                  <a:gd name="connsiteY1" fmla="*/ 2749394 h 5470974"/>
                  <a:gd name="connsiteX2" fmla="*/ 175146 w 2914469"/>
                  <a:gd name="connsiteY2" fmla="*/ 1211540 h 5470974"/>
                  <a:gd name="connsiteX3" fmla="*/ 410673 w 2914469"/>
                  <a:gd name="connsiteY3" fmla="*/ 394122 h 5470974"/>
                  <a:gd name="connsiteX4" fmla="*/ 1186527 w 2914469"/>
                  <a:gd name="connsiteY4" fmla="*/ 6194 h 5470974"/>
                  <a:gd name="connsiteX5" fmla="*/ 2142491 w 2914469"/>
                  <a:gd name="connsiteY5" fmla="*/ 269431 h 5470974"/>
                  <a:gd name="connsiteX6" fmla="*/ 2447291 w 2914469"/>
                  <a:gd name="connsiteY6" fmla="*/ 1599467 h 5470974"/>
                  <a:gd name="connsiteX7" fmla="*/ 1990091 w 2914469"/>
                  <a:gd name="connsiteY7" fmla="*/ 2610849 h 5470974"/>
                  <a:gd name="connsiteX8" fmla="*/ 1809982 w 2914469"/>
                  <a:gd name="connsiteY8" fmla="*/ 3622231 h 5470974"/>
                  <a:gd name="connsiteX9" fmla="*/ 2655109 w 2914469"/>
                  <a:gd name="connsiteY9" fmla="*/ 4522776 h 5470974"/>
                  <a:gd name="connsiteX10" fmla="*/ 2890636 w 2914469"/>
                  <a:gd name="connsiteY10" fmla="*/ 5049249 h 5470974"/>
                  <a:gd name="connsiteX11" fmla="*/ 2170200 w 2914469"/>
                  <a:gd name="connsiteY11" fmla="*/ 5423322 h 5470974"/>
                  <a:gd name="connsiteX12" fmla="*/ 729327 w 2914469"/>
                  <a:gd name="connsiteY12" fmla="*/ 5395613 h 5470974"/>
                  <a:gd name="connsiteX13" fmla="*/ 452236 w 2914469"/>
                  <a:gd name="connsiteY13" fmla="*/ 4744449 h 5470974"/>
                  <a:gd name="connsiteX0" fmla="*/ 452236 w 2733397"/>
                  <a:gd name="connsiteY0" fmla="*/ 4744449 h 5470974"/>
                  <a:gd name="connsiteX1" fmla="*/ 8891 w 2733397"/>
                  <a:gd name="connsiteY1" fmla="*/ 2749394 h 5470974"/>
                  <a:gd name="connsiteX2" fmla="*/ 175146 w 2733397"/>
                  <a:gd name="connsiteY2" fmla="*/ 1211540 h 5470974"/>
                  <a:gd name="connsiteX3" fmla="*/ 410673 w 2733397"/>
                  <a:gd name="connsiteY3" fmla="*/ 394122 h 5470974"/>
                  <a:gd name="connsiteX4" fmla="*/ 1186527 w 2733397"/>
                  <a:gd name="connsiteY4" fmla="*/ 6194 h 5470974"/>
                  <a:gd name="connsiteX5" fmla="*/ 2142491 w 2733397"/>
                  <a:gd name="connsiteY5" fmla="*/ 269431 h 5470974"/>
                  <a:gd name="connsiteX6" fmla="*/ 2447291 w 2733397"/>
                  <a:gd name="connsiteY6" fmla="*/ 1599467 h 5470974"/>
                  <a:gd name="connsiteX7" fmla="*/ 1990091 w 2733397"/>
                  <a:gd name="connsiteY7" fmla="*/ 2610849 h 5470974"/>
                  <a:gd name="connsiteX8" fmla="*/ 1809982 w 2733397"/>
                  <a:gd name="connsiteY8" fmla="*/ 3622231 h 5470974"/>
                  <a:gd name="connsiteX9" fmla="*/ 2655109 w 2733397"/>
                  <a:gd name="connsiteY9" fmla="*/ 4522776 h 5470974"/>
                  <a:gd name="connsiteX10" fmla="*/ 2641254 w 2733397"/>
                  <a:gd name="connsiteY10" fmla="*/ 5146231 h 5470974"/>
                  <a:gd name="connsiteX11" fmla="*/ 2170200 w 2733397"/>
                  <a:gd name="connsiteY11" fmla="*/ 5423322 h 5470974"/>
                  <a:gd name="connsiteX12" fmla="*/ 729327 w 2733397"/>
                  <a:gd name="connsiteY12" fmla="*/ 5395613 h 5470974"/>
                  <a:gd name="connsiteX13" fmla="*/ 452236 w 2733397"/>
                  <a:gd name="connsiteY13" fmla="*/ 4744449 h 5470974"/>
                  <a:gd name="connsiteX0" fmla="*/ 452236 w 2662490"/>
                  <a:gd name="connsiteY0" fmla="*/ 4744449 h 5470974"/>
                  <a:gd name="connsiteX1" fmla="*/ 8891 w 2662490"/>
                  <a:gd name="connsiteY1" fmla="*/ 2749394 h 5470974"/>
                  <a:gd name="connsiteX2" fmla="*/ 175146 w 2662490"/>
                  <a:gd name="connsiteY2" fmla="*/ 1211540 h 5470974"/>
                  <a:gd name="connsiteX3" fmla="*/ 410673 w 2662490"/>
                  <a:gd name="connsiteY3" fmla="*/ 394122 h 5470974"/>
                  <a:gd name="connsiteX4" fmla="*/ 1186527 w 2662490"/>
                  <a:gd name="connsiteY4" fmla="*/ 6194 h 5470974"/>
                  <a:gd name="connsiteX5" fmla="*/ 2142491 w 2662490"/>
                  <a:gd name="connsiteY5" fmla="*/ 269431 h 5470974"/>
                  <a:gd name="connsiteX6" fmla="*/ 2447291 w 2662490"/>
                  <a:gd name="connsiteY6" fmla="*/ 1599467 h 5470974"/>
                  <a:gd name="connsiteX7" fmla="*/ 1990091 w 2662490"/>
                  <a:gd name="connsiteY7" fmla="*/ 2610849 h 5470974"/>
                  <a:gd name="connsiteX8" fmla="*/ 1809982 w 2662490"/>
                  <a:gd name="connsiteY8" fmla="*/ 3622231 h 5470974"/>
                  <a:gd name="connsiteX9" fmla="*/ 2502709 w 2662490"/>
                  <a:gd name="connsiteY9" fmla="*/ 4508922 h 5470974"/>
                  <a:gd name="connsiteX10" fmla="*/ 2641254 w 2662490"/>
                  <a:gd name="connsiteY10" fmla="*/ 5146231 h 5470974"/>
                  <a:gd name="connsiteX11" fmla="*/ 2170200 w 2662490"/>
                  <a:gd name="connsiteY11" fmla="*/ 5423322 h 5470974"/>
                  <a:gd name="connsiteX12" fmla="*/ 729327 w 2662490"/>
                  <a:gd name="connsiteY12" fmla="*/ 5395613 h 5470974"/>
                  <a:gd name="connsiteX13" fmla="*/ 452236 w 2662490"/>
                  <a:gd name="connsiteY13" fmla="*/ 4744449 h 5470974"/>
                  <a:gd name="connsiteX0" fmla="*/ 452236 w 2628430"/>
                  <a:gd name="connsiteY0" fmla="*/ 4744449 h 5470974"/>
                  <a:gd name="connsiteX1" fmla="*/ 8891 w 2628430"/>
                  <a:gd name="connsiteY1" fmla="*/ 2749394 h 5470974"/>
                  <a:gd name="connsiteX2" fmla="*/ 175146 w 2628430"/>
                  <a:gd name="connsiteY2" fmla="*/ 1211540 h 5470974"/>
                  <a:gd name="connsiteX3" fmla="*/ 410673 w 2628430"/>
                  <a:gd name="connsiteY3" fmla="*/ 394122 h 5470974"/>
                  <a:gd name="connsiteX4" fmla="*/ 1186527 w 2628430"/>
                  <a:gd name="connsiteY4" fmla="*/ 6194 h 5470974"/>
                  <a:gd name="connsiteX5" fmla="*/ 2142491 w 2628430"/>
                  <a:gd name="connsiteY5" fmla="*/ 269431 h 5470974"/>
                  <a:gd name="connsiteX6" fmla="*/ 2447291 w 2628430"/>
                  <a:gd name="connsiteY6" fmla="*/ 1599467 h 5470974"/>
                  <a:gd name="connsiteX7" fmla="*/ 1990091 w 2628430"/>
                  <a:gd name="connsiteY7" fmla="*/ 2610849 h 5470974"/>
                  <a:gd name="connsiteX8" fmla="*/ 1809982 w 2628430"/>
                  <a:gd name="connsiteY8" fmla="*/ 3622231 h 5470974"/>
                  <a:gd name="connsiteX9" fmla="*/ 2502709 w 2628430"/>
                  <a:gd name="connsiteY9" fmla="*/ 4508922 h 5470974"/>
                  <a:gd name="connsiteX10" fmla="*/ 2599690 w 2628430"/>
                  <a:gd name="connsiteY10" fmla="*/ 5132377 h 5470974"/>
                  <a:gd name="connsiteX11" fmla="*/ 2170200 w 2628430"/>
                  <a:gd name="connsiteY11" fmla="*/ 5423322 h 5470974"/>
                  <a:gd name="connsiteX12" fmla="*/ 729327 w 2628430"/>
                  <a:gd name="connsiteY12" fmla="*/ 5395613 h 5470974"/>
                  <a:gd name="connsiteX13" fmla="*/ 452236 w 2628430"/>
                  <a:gd name="connsiteY13" fmla="*/ 4744449 h 5470974"/>
                  <a:gd name="connsiteX0" fmla="*/ 452236 w 2628430"/>
                  <a:gd name="connsiteY0" fmla="*/ 4744449 h 5464715"/>
                  <a:gd name="connsiteX1" fmla="*/ 8891 w 2628430"/>
                  <a:gd name="connsiteY1" fmla="*/ 2749394 h 5464715"/>
                  <a:gd name="connsiteX2" fmla="*/ 175146 w 2628430"/>
                  <a:gd name="connsiteY2" fmla="*/ 1211540 h 5464715"/>
                  <a:gd name="connsiteX3" fmla="*/ 410673 w 2628430"/>
                  <a:gd name="connsiteY3" fmla="*/ 394122 h 5464715"/>
                  <a:gd name="connsiteX4" fmla="*/ 1186527 w 2628430"/>
                  <a:gd name="connsiteY4" fmla="*/ 6194 h 5464715"/>
                  <a:gd name="connsiteX5" fmla="*/ 2142491 w 2628430"/>
                  <a:gd name="connsiteY5" fmla="*/ 269431 h 5464715"/>
                  <a:gd name="connsiteX6" fmla="*/ 2447291 w 2628430"/>
                  <a:gd name="connsiteY6" fmla="*/ 1599467 h 5464715"/>
                  <a:gd name="connsiteX7" fmla="*/ 1990091 w 2628430"/>
                  <a:gd name="connsiteY7" fmla="*/ 2610849 h 5464715"/>
                  <a:gd name="connsiteX8" fmla="*/ 1809982 w 2628430"/>
                  <a:gd name="connsiteY8" fmla="*/ 3622231 h 5464715"/>
                  <a:gd name="connsiteX9" fmla="*/ 2502709 w 2628430"/>
                  <a:gd name="connsiteY9" fmla="*/ 4508922 h 5464715"/>
                  <a:gd name="connsiteX10" fmla="*/ 2599690 w 2628430"/>
                  <a:gd name="connsiteY10" fmla="*/ 5132377 h 5464715"/>
                  <a:gd name="connsiteX11" fmla="*/ 2170200 w 2628430"/>
                  <a:gd name="connsiteY11" fmla="*/ 5423322 h 5464715"/>
                  <a:gd name="connsiteX12" fmla="*/ 895581 w 2628430"/>
                  <a:gd name="connsiteY12" fmla="*/ 5381759 h 5464715"/>
                  <a:gd name="connsiteX13" fmla="*/ 452236 w 2628430"/>
                  <a:gd name="connsiteY13" fmla="*/ 4744449 h 5464715"/>
                  <a:gd name="connsiteX0" fmla="*/ 281453 w 2457647"/>
                  <a:gd name="connsiteY0" fmla="*/ 4744449 h 5464715"/>
                  <a:gd name="connsiteX1" fmla="*/ 101345 w 2457647"/>
                  <a:gd name="connsiteY1" fmla="*/ 2790958 h 5464715"/>
                  <a:gd name="connsiteX2" fmla="*/ 4363 w 2457647"/>
                  <a:gd name="connsiteY2" fmla="*/ 1211540 h 5464715"/>
                  <a:gd name="connsiteX3" fmla="*/ 239890 w 2457647"/>
                  <a:gd name="connsiteY3" fmla="*/ 394122 h 5464715"/>
                  <a:gd name="connsiteX4" fmla="*/ 1015744 w 2457647"/>
                  <a:gd name="connsiteY4" fmla="*/ 6194 h 5464715"/>
                  <a:gd name="connsiteX5" fmla="*/ 1971708 w 2457647"/>
                  <a:gd name="connsiteY5" fmla="*/ 269431 h 5464715"/>
                  <a:gd name="connsiteX6" fmla="*/ 2276508 w 2457647"/>
                  <a:gd name="connsiteY6" fmla="*/ 1599467 h 5464715"/>
                  <a:gd name="connsiteX7" fmla="*/ 1819308 w 2457647"/>
                  <a:gd name="connsiteY7" fmla="*/ 2610849 h 5464715"/>
                  <a:gd name="connsiteX8" fmla="*/ 1639199 w 2457647"/>
                  <a:gd name="connsiteY8" fmla="*/ 3622231 h 5464715"/>
                  <a:gd name="connsiteX9" fmla="*/ 2331926 w 2457647"/>
                  <a:gd name="connsiteY9" fmla="*/ 4508922 h 5464715"/>
                  <a:gd name="connsiteX10" fmla="*/ 2428907 w 2457647"/>
                  <a:gd name="connsiteY10" fmla="*/ 5132377 h 5464715"/>
                  <a:gd name="connsiteX11" fmla="*/ 1999417 w 2457647"/>
                  <a:gd name="connsiteY11" fmla="*/ 5423322 h 5464715"/>
                  <a:gd name="connsiteX12" fmla="*/ 724798 w 2457647"/>
                  <a:gd name="connsiteY12" fmla="*/ 5381759 h 5464715"/>
                  <a:gd name="connsiteX13" fmla="*/ 281453 w 2457647"/>
                  <a:gd name="connsiteY13" fmla="*/ 4744449 h 5464715"/>
                  <a:gd name="connsiteX0" fmla="*/ 182997 w 2359191"/>
                  <a:gd name="connsiteY0" fmla="*/ 4744449 h 5464715"/>
                  <a:gd name="connsiteX1" fmla="*/ 2889 w 2359191"/>
                  <a:gd name="connsiteY1" fmla="*/ 2790958 h 5464715"/>
                  <a:gd name="connsiteX2" fmla="*/ 141434 w 2359191"/>
                  <a:gd name="connsiteY2" fmla="*/ 394122 h 5464715"/>
                  <a:gd name="connsiteX3" fmla="*/ 917288 w 2359191"/>
                  <a:gd name="connsiteY3" fmla="*/ 6194 h 5464715"/>
                  <a:gd name="connsiteX4" fmla="*/ 1873252 w 2359191"/>
                  <a:gd name="connsiteY4" fmla="*/ 269431 h 5464715"/>
                  <a:gd name="connsiteX5" fmla="*/ 2178052 w 2359191"/>
                  <a:gd name="connsiteY5" fmla="*/ 1599467 h 5464715"/>
                  <a:gd name="connsiteX6" fmla="*/ 1720852 w 2359191"/>
                  <a:gd name="connsiteY6" fmla="*/ 2610849 h 5464715"/>
                  <a:gd name="connsiteX7" fmla="*/ 1540743 w 2359191"/>
                  <a:gd name="connsiteY7" fmla="*/ 3622231 h 5464715"/>
                  <a:gd name="connsiteX8" fmla="*/ 2233470 w 2359191"/>
                  <a:gd name="connsiteY8" fmla="*/ 4508922 h 5464715"/>
                  <a:gd name="connsiteX9" fmla="*/ 2330451 w 2359191"/>
                  <a:gd name="connsiteY9" fmla="*/ 5132377 h 5464715"/>
                  <a:gd name="connsiteX10" fmla="*/ 1900961 w 2359191"/>
                  <a:gd name="connsiteY10" fmla="*/ 5423322 h 5464715"/>
                  <a:gd name="connsiteX11" fmla="*/ 626342 w 2359191"/>
                  <a:gd name="connsiteY11" fmla="*/ 5381759 h 5464715"/>
                  <a:gd name="connsiteX12" fmla="*/ 182997 w 2359191"/>
                  <a:gd name="connsiteY12" fmla="*/ 4744449 h 5464715"/>
                  <a:gd name="connsiteX0" fmla="*/ 180110 w 2356304"/>
                  <a:gd name="connsiteY0" fmla="*/ 4785805 h 5506071"/>
                  <a:gd name="connsiteX1" fmla="*/ 2 w 2356304"/>
                  <a:gd name="connsiteY1" fmla="*/ 2832314 h 5506071"/>
                  <a:gd name="connsiteX2" fmla="*/ 182207 w 2356304"/>
                  <a:gd name="connsiteY2" fmla="*/ 1038518 h 5506071"/>
                  <a:gd name="connsiteX3" fmla="*/ 914401 w 2356304"/>
                  <a:gd name="connsiteY3" fmla="*/ 47550 h 5506071"/>
                  <a:gd name="connsiteX4" fmla="*/ 1870365 w 2356304"/>
                  <a:gd name="connsiteY4" fmla="*/ 310787 h 5506071"/>
                  <a:gd name="connsiteX5" fmla="*/ 2175165 w 2356304"/>
                  <a:gd name="connsiteY5" fmla="*/ 1640823 h 5506071"/>
                  <a:gd name="connsiteX6" fmla="*/ 1717965 w 2356304"/>
                  <a:gd name="connsiteY6" fmla="*/ 2652205 h 5506071"/>
                  <a:gd name="connsiteX7" fmla="*/ 1537856 w 2356304"/>
                  <a:gd name="connsiteY7" fmla="*/ 3663587 h 5506071"/>
                  <a:gd name="connsiteX8" fmla="*/ 2230583 w 2356304"/>
                  <a:gd name="connsiteY8" fmla="*/ 4550278 h 5506071"/>
                  <a:gd name="connsiteX9" fmla="*/ 2327564 w 2356304"/>
                  <a:gd name="connsiteY9" fmla="*/ 5173733 h 5506071"/>
                  <a:gd name="connsiteX10" fmla="*/ 1898074 w 2356304"/>
                  <a:gd name="connsiteY10" fmla="*/ 5464678 h 5506071"/>
                  <a:gd name="connsiteX11" fmla="*/ 623455 w 2356304"/>
                  <a:gd name="connsiteY11" fmla="*/ 5423115 h 5506071"/>
                  <a:gd name="connsiteX12" fmla="*/ 180110 w 2356304"/>
                  <a:gd name="connsiteY12" fmla="*/ 4785805 h 5506071"/>
                  <a:gd name="connsiteX0" fmla="*/ 181079 w 2357273"/>
                  <a:gd name="connsiteY0" fmla="*/ 4796399 h 5516665"/>
                  <a:gd name="connsiteX1" fmla="*/ 971 w 2357273"/>
                  <a:gd name="connsiteY1" fmla="*/ 2842908 h 5516665"/>
                  <a:gd name="connsiteX2" fmla="*/ 248289 w 2357273"/>
                  <a:gd name="connsiteY2" fmla="*/ 1196366 h 5516665"/>
                  <a:gd name="connsiteX3" fmla="*/ 915370 w 2357273"/>
                  <a:gd name="connsiteY3" fmla="*/ 58144 h 5516665"/>
                  <a:gd name="connsiteX4" fmla="*/ 1871334 w 2357273"/>
                  <a:gd name="connsiteY4" fmla="*/ 321381 h 5516665"/>
                  <a:gd name="connsiteX5" fmla="*/ 2176134 w 2357273"/>
                  <a:gd name="connsiteY5" fmla="*/ 1651417 h 5516665"/>
                  <a:gd name="connsiteX6" fmla="*/ 1718934 w 2357273"/>
                  <a:gd name="connsiteY6" fmla="*/ 2662799 h 5516665"/>
                  <a:gd name="connsiteX7" fmla="*/ 1538825 w 2357273"/>
                  <a:gd name="connsiteY7" fmla="*/ 3674181 h 5516665"/>
                  <a:gd name="connsiteX8" fmla="*/ 2231552 w 2357273"/>
                  <a:gd name="connsiteY8" fmla="*/ 4560872 h 5516665"/>
                  <a:gd name="connsiteX9" fmla="*/ 2328533 w 2357273"/>
                  <a:gd name="connsiteY9" fmla="*/ 5184327 h 5516665"/>
                  <a:gd name="connsiteX10" fmla="*/ 1899043 w 2357273"/>
                  <a:gd name="connsiteY10" fmla="*/ 5475272 h 5516665"/>
                  <a:gd name="connsiteX11" fmla="*/ 624424 w 2357273"/>
                  <a:gd name="connsiteY11" fmla="*/ 5433709 h 5516665"/>
                  <a:gd name="connsiteX12" fmla="*/ 181079 w 2357273"/>
                  <a:gd name="connsiteY12" fmla="*/ 4796399 h 551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357273" h="5516665">
                    <a:moveTo>
                      <a:pt x="181079" y="4796399"/>
                    </a:moveTo>
                    <a:cubicBezTo>
                      <a:pt x="77170" y="4364599"/>
                      <a:pt x="-10231" y="3442913"/>
                      <a:pt x="971" y="2842908"/>
                    </a:cubicBezTo>
                    <a:cubicBezTo>
                      <a:pt x="12173" y="2242903"/>
                      <a:pt x="95889" y="1660493"/>
                      <a:pt x="248289" y="1196366"/>
                    </a:cubicBezTo>
                    <a:cubicBezTo>
                      <a:pt x="400689" y="732239"/>
                      <a:pt x="644863" y="203975"/>
                      <a:pt x="915370" y="58144"/>
                    </a:cubicBezTo>
                    <a:cubicBezTo>
                      <a:pt x="1185878" y="-87687"/>
                      <a:pt x="1661207" y="55836"/>
                      <a:pt x="1871334" y="321381"/>
                    </a:cubicBezTo>
                    <a:cubicBezTo>
                      <a:pt x="2081461" y="586926"/>
                      <a:pt x="2201534" y="1261181"/>
                      <a:pt x="2176134" y="1651417"/>
                    </a:cubicBezTo>
                    <a:cubicBezTo>
                      <a:pt x="2150734" y="2041653"/>
                      <a:pt x="1825152" y="2325672"/>
                      <a:pt x="1718934" y="2662799"/>
                    </a:cubicBezTo>
                    <a:cubicBezTo>
                      <a:pt x="1612716" y="2999926"/>
                      <a:pt x="1453389" y="3357836"/>
                      <a:pt x="1538825" y="3674181"/>
                    </a:cubicBezTo>
                    <a:cubicBezTo>
                      <a:pt x="1624261" y="3990527"/>
                      <a:pt x="2099934" y="4309181"/>
                      <a:pt x="2231552" y="4560872"/>
                    </a:cubicBezTo>
                    <a:cubicBezTo>
                      <a:pt x="2363170" y="4812563"/>
                      <a:pt x="2383951" y="5031927"/>
                      <a:pt x="2328533" y="5184327"/>
                    </a:cubicBezTo>
                    <a:cubicBezTo>
                      <a:pt x="2273115" y="5336727"/>
                      <a:pt x="2259261" y="5417545"/>
                      <a:pt x="1899043" y="5475272"/>
                    </a:cubicBezTo>
                    <a:cubicBezTo>
                      <a:pt x="1538825" y="5532999"/>
                      <a:pt x="908442" y="5539927"/>
                      <a:pt x="624424" y="5433709"/>
                    </a:cubicBezTo>
                    <a:cubicBezTo>
                      <a:pt x="340406" y="5327491"/>
                      <a:pt x="284988" y="5228199"/>
                      <a:pt x="181079" y="479639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0284252-355E-581E-6115-3C347C5C4F97}"/>
                  </a:ext>
                </a:extLst>
              </p:cNvPr>
              <p:cNvSpPr/>
              <p:nvPr/>
            </p:nvSpPr>
            <p:spPr>
              <a:xfrm rot="10800000">
                <a:off x="9506781" y="1985356"/>
                <a:ext cx="609600" cy="89356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7CA035DB-7AF6-23D8-278B-83529901E845}"/>
                  </a:ext>
                </a:extLst>
              </p:cNvPr>
              <p:cNvSpPr/>
              <p:nvPr/>
            </p:nvSpPr>
            <p:spPr>
              <a:xfrm rot="10800000">
                <a:off x="9107731" y="2190964"/>
                <a:ext cx="274361" cy="54864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EDA69D9-43C0-01AA-07EE-528C1BC77A3A}"/>
                  </a:ext>
                </a:extLst>
              </p:cNvPr>
              <p:cNvSpPr/>
              <p:nvPr/>
            </p:nvSpPr>
            <p:spPr>
              <a:xfrm rot="10800000">
                <a:off x="8741529" y="2282404"/>
                <a:ext cx="274361" cy="54864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846195EC-F0A2-9DE4-1E57-876E934E82D7}"/>
                  </a:ext>
                </a:extLst>
              </p:cNvPr>
              <p:cNvSpPr/>
              <p:nvPr/>
            </p:nvSpPr>
            <p:spPr>
              <a:xfrm rot="10800000">
                <a:off x="8392434" y="2393906"/>
                <a:ext cx="274361" cy="457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D9E63E10-6A63-6754-2CB5-09F3EBF7124C}"/>
                  </a:ext>
                </a:extLst>
              </p:cNvPr>
              <p:cNvSpPr/>
              <p:nvPr/>
            </p:nvSpPr>
            <p:spPr>
              <a:xfrm rot="10800000">
                <a:off x="8040832" y="2648164"/>
                <a:ext cx="274361" cy="365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747C04E-AC55-1872-B259-911ACFB3271E}"/>
                </a:ext>
              </a:extLst>
            </p:cNvPr>
            <p:cNvGrpSpPr/>
            <p:nvPr/>
          </p:nvGrpSpPr>
          <p:grpSpPr>
            <a:xfrm rot="4881240">
              <a:off x="7240202" y="4320867"/>
              <a:ext cx="230767" cy="527018"/>
              <a:chOff x="8668623" y="1008139"/>
              <a:chExt cx="2146049" cy="4901076"/>
            </a:xfrm>
          </p:grpSpPr>
          <p:sp>
            <p:nvSpPr>
              <p:cNvPr id="15" name="Freeform 4">
                <a:extLst>
                  <a:ext uri="{FF2B5EF4-FFF2-40B4-BE49-F238E27FC236}">
                    <a16:creationId xmlns:a16="http://schemas.microsoft.com/office/drawing/2014/main" id="{55237AD0-8C03-CD6C-ADC7-930CA406893A}"/>
                  </a:ext>
                </a:extLst>
              </p:cNvPr>
              <p:cNvSpPr/>
              <p:nvPr/>
            </p:nvSpPr>
            <p:spPr>
              <a:xfrm rot="10984993">
                <a:off x="8668623" y="1996245"/>
                <a:ext cx="2140997" cy="3912970"/>
              </a:xfrm>
              <a:custGeom>
                <a:avLst/>
                <a:gdLst>
                  <a:gd name="connsiteX0" fmla="*/ 452236 w 2914469"/>
                  <a:gd name="connsiteY0" fmla="*/ 4744449 h 5470974"/>
                  <a:gd name="connsiteX1" fmla="*/ 8891 w 2914469"/>
                  <a:gd name="connsiteY1" fmla="*/ 2749394 h 5470974"/>
                  <a:gd name="connsiteX2" fmla="*/ 175146 w 2914469"/>
                  <a:gd name="connsiteY2" fmla="*/ 1211540 h 5470974"/>
                  <a:gd name="connsiteX3" fmla="*/ 410673 w 2914469"/>
                  <a:gd name="connsiteY3" fmla="*/ 394122 h 5470974"/>
                  <a:gd name="connsiteX4" fmla="*/ 1186527 w 2914469"/>
                  <a:gd name="connsiteY4" fmla="*/ 6194 h 5470974"/>
                  <a:gd name="connsiteX5" fmla="*/ 2142491 w 2914469"/>
                  <a:gd name="connsiteY5" fmla="*/ 269431 h 5470974"/>
                  <a:gd name="connsiteX6" fmla="*/ 2447291 w 2914469"/>
                  <a:gd name="connsiteY6" fmla="*/ 1599467 h 5470974"/>
                  <a:gd name="connsiteX7" fmla="*/ 1990091 w 2914469"/>
                  <a:gd name="connsiteY7" fmla="*/ 2610849 h 5470974"/>
                  <a:gd name="connsiteX8" fmla="*/ 1809982 w 2914469"/>
                  <a:gd name="connsiteY8" fmla="*/ 3622231 h 5470974"/>
                  <a:gd name="connsiteX9" fmla="*/ 2655109 w 2914469"/>
                  <a:gd name="connsiteY9" fmla="*/ 4522776 h 5470974"/>
                  <a:gd name="connsiteX10" fmla="*/ 2890636 w 2914469"/>
                  <a:gd name="connsiteY10" fmla="*/ 5049249 h 5470974"/>
                  <a:gd name="connsiteX11" fmla="*/ 2170200 w 2914469"/>
                  <a:gd name="connsiteY11" fmla="*/ 5423322 h 5470974"/>
                  <a:gd name="connsiteX12" fmla="*/ 729327 w 2914469"/>
                  <a:gd name="connsiteY12" fmla="*/ 5395613 h 5470974"/>
                  <a:gd name="connsiteX13" fmla="*/ 452236 w 2914469"/>
                  <a:gd name="connsiteY13" fmla="*/ 4744449 h 5470974"/>
                  <a:gd name="connsiteX0" fmla="*/ 452236 w 2733397"/>
                  <a:gd name="connsiteY0" fmla="*/ 4744449 h 5470974"/>
                  <a:gd name="connsiteX1" fmla="*/ 8891 w 2733397"/>
                  <a:gd name="connsiteY1" fmla="*/ 2749394 h 5470974"/>
                  <a:gd name="connsiteX2" fmla="*/ 175146 w 2733397"/>
                  <a:gd name="connsiteY2" fmla="*/ 1211540 h 5470974"/>
                  <a:gd name="connsiteX3" fmla="*/ 410673 w 2733397"/>
                  <a:gd name="connsiteY3" fmla="*/ 394122 h 5470974"/>
                  <a:gd name="connsiteX4" fmla="*/ 1186527 w 2733397"/>
                  <a:gd name="connsiteY4" fmla="*/ 6194 h 5470974"/>
                  <a:gd name="connsiteX5" fmla="*/ 2142491 w 2733397"/>
                  <a:gd name="connsiteY5" fmla="*/ 269431 h 5470974"/>
                  <a:gd name="connsiteX6" fmla="*/ 2447291 w 2733397"/>
                  <a:gd name="connsiteY6" fmla="*/ 1599467 h 5470974"/>
                  <a:gd name="connsiteX7" fmla="*/ 1990091 w 2733397"/>
                  <a:gd name="connsiteY7" fmla="*/ 2610849 h 5470974"/>
                  <a:gd name="connsiteX8" fmla="*/ 1809982 w 2733397"/>
                  <a:gd name="connsiteY8" fmla="*/ 3622231 h 5470974"/>
                  <a:gd name="connsiteX9" fmla="*/ 2655109 w 2733397"/>
                  <a:gd name="connsiteY9" fmla="*/ 4522776 h 5470974"/>
                  <a:gd name="connsiteX10" fmla="*/ 2641254 w 2733397"/>
                  <a:gd name="connsiteY10" fmla="*/ 5146231 h 5470974"/>
                  <a:gd name="connsiteX11" fmla="*/ 2170200 w 2733397"/>
                  <a:gd name="connsiteY11" fmla="*/ 5423322 h 5470974"/>
                  <a:gd name="connsiteX12" fmla="*/ 729327 w 2733397"/>
                  <a:gd name="connsiteY12" fmla="*/ 5395613 h 5470974"/>
                  <a:gd name="connsiteX13" fmla="*/ 452236 w 2733397"/>
                  <a:gd name="connsiteY13" fmla="*/ 4744449 h 5470974"/>
                  <a:gd name="connsiteX0" fmla="*/ 452236 w 2662490"/>
                  <a:gd name="connsiteY0" fmla="*/ 4744449 h 5470974"/>
                  <a:gd name="connsiteX1" fmla="*/ 8891 w 2662490"/>
                  <a:gd name="connsiteY1" fmla="*/ 2749394 h 5470974"/>
                  <a:gd name="connsiteX2" fmla="*/ 175146 w 2662490"/>
                  <a:gd name="connsiteY2" fmla="*/ 1211540 h 5470974"/>
                  <a:gd name="connsiteX3" fmla="*/ 410673 w 2662490"/>
                  <a:gd name="connsiteY3" fmla="*/ 394122 h 5470974"/>
                  <a:gd name="connsiteX4" fmla="*/ 1186527 w 2662490"/>
                  <a:gd name="connsiteY4" fmla="*/ 6194 h 5470974"/>
                  <a:gd name="connsiteX5" fmla="*/ 2142491 w 2662490"/>
                  <a:gd name="connsiteY5" fmla="*/ 269431 h 5470974"/>
                  <a:gd name="connsiteX6" fmla="*/ 2447291 w 2662490"/>
                  <a:gd name="connsiteY6" fmla="*/ 1599467 h 5470974"/>
                  <a:gd name="connsiteX7" fmla="*/ 1990091 w 2662490"/>
                  <a:gd name="connsiteY7" fmla="*/ 2610849 h 5470974"/>
                  <a:gd name="connsiteX8" fmla="*/ 1809982 w 2662490"/>
                  <a:gd name="connsiteY8" fmla="*/ 3622231 h 5470974"/>
                  <a:gd name="connsiteX9" fmla="*/ 2502709 w 2662490"/>
                  <a:gd name="connsiteY9" fmla="*/ 4508922 h 5470974"/>
                  <a:gd name="connsiteX10" fmla="*/ 2641254 w 2662490"/>
                  <a:gd name="connsiteY10" fmla="*/ 5146231 h 5470974"/>
                  <a:gd name="connsiteX11" fmla="*/ 2170200 w 2662490"/>
                  <a:gd name="connsiteY11" fmla="*/ 5423322 h 5470974"/>
                  <a:gd name="connsiteX12" fmla="*/ 729327 w 2662490"/>
                  <a:gd name="connsiteY12" fmla="*/ 5395613 h 5470974"/>
                  <a:gd name="connsiteX13" fmla="*/ 452236 w 2662490"/>
                  <a:gd name="connsiteY13" fmla="*/ 4744449 h 5470974"/>
                  <a:gd name="connsiteX0" fmla="*/ 452236 w 2628430"/>
                  <a:gd name="connsiteY0" fmla="*/ 4744449 h 5470974"/>
                  <a:gd name="connsiteX1" fmla="*/ 8891 w 2628430"/>
                  <a:gd name="connsiteY1" fmla="*/ 2749394 h 5470974"/>
                  <a:gd name="connsiteX2" fmla="*/ 175146 w 2628430"/>
                  <a:gd name="connsiteY2" fmla="*/ 1211540 h 5470974"/>
                  <a:gd name="connsiteX3" fmla="*/ 410673 w 2628430"/>
                  <a:gd name="connsiteY3" fmla="*/ 394122 h 5470974"/>
                  <a:gd name="connsiteX4" fmla="*/ 1186527 w 2628430"/>
                  <a:gd name="connsiteY4" fmla="*/ 6194 h 5470974"/>
                  <a:gd name="connsiteX5" fmla="*/ 2142491 w 2628430"/>
                  <a:gd name="connsiteY5" fmla="*/ 269431 h 5470974"/>
                  <a:gd name="connsiteX6" fmla="*/ 2447291 w 2628430"/>
                  <a:gd name="connsiteY6" fmla="*/ 1599467 h 5470974"/>
                  <a:gd name="connsiteX7" fmla="*/ 1990091 w 2628430"/>
                  <a:gd name="connsiteY7" fmla="*/ 2610849 h 5470974"/>
                  <a:gd name="connsiteX8" fmla="*/ 1809982 w 2628430"/>
                  <a:gd name="connsiteY8" fmla="*/ 3622231 h 5470974"/>
                  <a:gd name="connsiteX9" fmla="*/ 2502709 w 2628430"/>
                  <a:gd name="connsiteY9" fmla="*/ 4508922 h 5470974"/>
                  <a:gd name="connsiteX10" fmla="*/ 2599690 w 2628430"/>
                  <a:gd name="connsiteY10" fmla="*/ 5132377 h 5470974"/>
                  <a:gd name="connsiteX11" fmla="*/ 2170200 w 2628430"/>
                  <a:gd name="connsiteY11" fmla="*/ 5423322 h 5470974"/>
                  <a:gd name="connsiteX12" fmla="*/ 729327 w 2628430"/>
                  <a:gd name="connsiteY12" fmla="*/ 5395613 h 5470974"/>
                  <a:gd name="connsiteX13" fmla="*/ 452236 w 2628430"/>
                  <a:gd name="connsiteY13" fmla="*/ 4744449 h 5470974"/>
                  <a:gd name="connsiteX0" fmla="*/ 452236 w 2628430"/>
                  <a:gd name="connsiteY0" fmla="*/ 4744449 h 5464715"/>
                  <a:gd name="connsiteX1" fmla="*/ 8891 w 2628430"/>
                  <a:gd name="connsiteY1" fmla="*/ 2749394 h 5464715"/>
                  <a:gd name="connsiteX2" fmla="*/ 175146 w 2628430"/>
                  <a:gd name="connsiteY2" fmla="*/ 1211540 h 5464715"/>
                  <a:gd name="connsiteX3" fmla="*/ 410673 w 2628430"/>
                  <a:gd name="connsiteY3" fmla="*/ 394122 h 5464715"/>
                  <a:gd name="connsiteX4" fmla="*/ 1186527 w 2628430"/>
                  <a:gd name="connsiteY4" fmla="*/ 6194 h 5464715"/>
                  <a:gd name="connsiteX5" fmla="*/ 2142491 w 2628430"/>
                  <a:gd name="connsiteY5" fmla="*/ 269431 h 5464715"/>
                  <a:gd name="connsiteX6" fmla="*/ 2447291 w 2628430"/>
                  <a:gd name="connsiteY6" fmla="*/ 1599467 h 5464715"/>
                  <a:gd name="connsiteX7" fmla="*/ 1990091 w 2628430"/>
                  <a:gd name="connsiteY7" fmla="*/ 2610849 h 5464715"/>
                  <a:gd name="connsiteX8" fmla="*/ 1809982 w 2628430"/>
                  <a:gd name="connsiteY8" fmla="*/ 3622231 h 5464715"/>
                  <a:gd name="connsiteX9" fmla="*/ 2502709 w 2628430"/>
                  <a:gd name="connsiteY9" fmla="*/ 4508922 h 5464715"/>
                  <a:gd name="connsiteX10" fmla="*/ 2599690 w 2628430"/>
                  <a:gd name="connsiteY10" fmla="*/ 5132377 h 5464715"/>
                  <a:gd name="connsiteX11" fmla="*/ 2170200 w 2628430"/>
                  <a:gd name="connsiteY11" fmla="*/ 5423322 h 5464715"/>
                  <a:gd name="connsiteX12" fmla="*/ 895581 w 2628430"/>
                  <a:gd name="connsiteY12" fmla="*/ 5381759 h 5464715"/>
                  <a:gd name="connsiteX13" fmla="*/ 452236 w 2628430"/>
                  <a:gd name="connsiteY13" fmla="*/ 4744449 h 5464715"/>
                  <a:gd name="connsiteX0" fmla="*/ 281453 w 2457647"/>
                  <a:gd name="connsiteY0" fmla="*/ 4744449 h 5464715"/>
                  <a:gd name="connsiteX1" fmla="*/ 101345 w 2457647"/>
                  <a:gd name="connsiteY1" fmla="*/ 2790958 h 5464715"/>
                  <a:gd name="connsiteX2" fmla="*/ 4363 w 2457647"/>
                  <a:gd name="connsiteY2" fmla="*/ 1211540 h 5464715"/>
                  <a:gd name="connsiteX3" fmla="*/ 239890 w 2457647"/>
                  <a:gd name="connsiteY3" fmla="*/ 394122 h 5464715"/>
                  <a:gd name="connsiteX4" fmla="*/ 1015744 w 2457647"/>
                  <a:gd name="connsiteY4" fmla="*/ 6194 h 5464715"/>
                  <a:gd name="connsiteX5" fmla="*/ 1971708 w 2457647"/>
                  <a:gd name="connsiteY5" fmla="*/ 269431 h 5464715"/>
                  <a:gd name="connsiteX6" fmla="*/ 2276508 w 2457647"/>
                  <a:gd name="connsiteY6" fmla="*/ 1599467 h 5464715"/>
                  <a:gd name="connsiteX7" fmla="*/ 1819308 w 2457647"/>
                  <a:gd name="connsiteY7" fmla="*/ 2610849 h 5464715"/>
                  <a:gd name="connsiteX8" fmla="*/ 1639199 w 2457647"/>
                  <a:gd name="connsiteY8" fmla="*/ 3622231 h 5464715"/>
                  <a:gd name="connsiteX9" fmla="*/ 2331926 w 2457647"/>
                  <a:gd name="connsiteY9" fmla="*/ 4508922 h 5464715"/>
                  <a:gd name="connsiteX10" fmla="*/ 2428907 w 2457647"/>
                  <a:gd name="connsiteY10" fmla="*/ 5132377 h 5464715"/>
                  <a:gd name="connsiteX11" fmla="*/ 1999417 w 2457647"/>
                  <a:gd name="connsiteY11" fmla="*/ 5423322 h 5464715"/>
                  <a:gd name="connsiteX12" fmla="*/ 724798 w 2457647"/>
                  <a:gd name="connsiteY12" fmla="*/ 5381759 h 5464715"/>
                  <a:gd name="connsiteX13" fmla="*/ 281453 w 2457647"/>
                  <a:gd name="connsiteY13" fmla="*/ 4744449 h 5464715"/>
                  <a:gd name="connsiteX0" fmla="*/ 182997 w 2359191"/>
                  <a:gd name="connsiteY0" fmla="*/ 4744449 h 5464715"/>
                  <a:gd name="connsiteX1" fmla="*/ 2889 w 2359191"/>
                  <a:gd name="connsiteY1" fmla="*/ 2790958 h 5464715"/>
                  <a:gd name="connsiteX2" fmla="*/ 141434 w 2359191"/>
                  <a:gd name="connsiteY2" fmla="*/ 394122 h 5464715"/>
                  <a:gd name="connsiteX3" fmla="*/ 917288 w 2359191"/>
                  <a:gd name="connsiteY3" fmla="*/ 6194 h 5464715"/>
                  <a:gd name="connsiteX4" fmla="*/ 1873252 w 2359191"/>
                  <a:gd name="connsiteY4" fmla="*/ 269431 h 5464715"/>
                  <a:gd name="connsiteX5" fmla="*/ 2178052 w 2359191"/>
                  <a:gd name="connsiteY5" fmla="*/ 1599467 h 5464715"/>
                  <a:gd name="connsiteX6" fmla="*/ 1720852 w 2359191"/>
                  <a:gd name="connsiteY6" fmla="*/ 2610849 h 5464715"/>
                  <a:gd name="connsiteX7" fmla="*/ 1540743 w 2359191"/>
                  <a:gd name="connsiteY7" fmla="*/ 3622231 h 5464715"/>
                  <a:gd name="connsiteX8" fmla="*/ 2233470 w 2359191"/>
                  <a:gd name="connsiteY8" fmla="*/ 4508922 h 5464715"/>
                  <a:gd name="connsiteX9" fmla="*/ 2330451 w 2359191"/>
                  <a:gd name="connsiteY9" fmla="*/ 5132377 h 5464715"/>
                  <a:gd name="connsiteX10" fmla="*/ 1900961 w 2359191"/>
                  <a:gd name="connsiteY10" fmla="*/ 5423322 h 5464715"/>
                  <a:gd name="connsiteX11" fmla="*/ 626342 w 2359191"/>
                  <a:gd name="connsiteY11" fmla="*/ 5381759 h 5464715"/>
                  <a:gd name="connsiteX12" fmla="*/ 182997 w 2359191"/>
                  <a:gd name="connsiteY12" fmla="*/ 4744449 h 5464715"/>
                  <a:gd name="connsiteX0" fmla="*/ 180222 w 2356416"/>
                  <a:gd name="connsiteY0" fmla="*/ 4782093 h 5502359"/>
                  <a:gd name="connsiteX1" fmla="*/ 114 w 2356416"/>
                  <a:gd name="connsiteY1" fmla="*/ 2828602 h 5502359"/>
                  <a:gd name="connsiteX2" fmla="*/ 201419 w 2356416"/>
                  <a:gd name="connsiteY2" fmla="*/ 982913 h 5502359"/>
                  <a:gd name="connsiteX3" fmla="*/ 914513 w 2356416"/>
                  <a:gd name="connsiteY3" fmla="*/ 43838 h 5502359"/>
                  <a:gd name="connsiteX4" fmla="*/ 1870477 w 2356416"/>
                  <a:gd name="connsiteY4" fmla="*/ 307075 h 5502359"/>
                  <a:gd name="connsiteX5" fmla="*/ 2175277 w 2356416"/>
                  <a:gd name="connsiteY5" fmla="*/ 1637111 h 5502359"/>
                  <a:gd name="connsiteX6" fmla="*/ 1718077 w 2356416"/>
                  <a:gd name="connsiteY6" fmla="*/ 2648493 h 5502359"/>
                  <a:gd name="connsiteX7" fmla="*/ 1537968 w 2356416"/>
                  <a:gd name="connsiteY7" fmla="*/ 3659875 h 5502359"/>
                  <a:gd name="connsiteX8" fmla="*/ 2230695 w 2356416"/>
                  <a:gd name="connsiteY8" fmla="*/ 4546566 h 5502359"/>
                  <a:gd name="connsiteX9" fmla="*/ 2327676 w 2356416"/>
                  <a:gd name="connsiteY9" fmla="*/ 5170021 h 5502359"/>
                  <a:gd name="connsiteX10" fmla="*/ 1898186 w 2356416"/>
                  <a:gd name="connsiteY10" fmla="*/ 5460966 h 5502359"/>
                  <a:gd name="connsiteX11" fmla="*/ 623567 w 2356416"/>
                  <a:gd name="connsiteY11" fmla="*/ 5419403 h 5502359"/>
                  <a:gd name="connsiteX12" fmla="*/ 180222 w 2356416"/>
                  <a:gd name="connsiteY12" fmla="*/ 4782093 h 55023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356416" h="5502359">
                    <a:moveTo>
                      <a:pt x="180222" y="4782093"/>
                    </a:moveTo>
                    <a:cubicBezTo>
                      <a:pt x="76313" y="4350293"/>
                      <a:pt x="-3419" y="3461799"/>
                      <a:pt x="114" y="2828602"/>
                    </a:cubicBezTo>
                    <a:cubicBezTo>
                      <a:pt x="3647" y="2195405"/>
                      <a:pt x="49019" y="1447040"/>
                      <a:pt x="201419" y="982913"/>
                    </a:cubicBezTo>
                    <a:cubicBezTo>
                      <a:pt x="353819" y="518786"/>
                      <a:pt x="636337" y="156478"/>
                      <a:pt x="914513" y="43838"/>
                    </a:cubicBezTo>
                    <a:cubicBezTo>
                      <a:pt x="1192689" y="-68802"/>
                      <a:pt x="1660350" y="41530"/>
                      <a:pt x="1870477" y="307075"/>
                    </a:cubicBezTo>
                    <a:cubicBezTo>
                      <a:pt x="2080604" y="572620"/>
                      <a:pt x="2200677" y="1246875"/>
                      <a:pt x="2175277" y="1637111"/>
                    </a:cubicBezTo>
                    <a:cubicBezTo>
                      <a:pt x="2149877" y="2027347"/>
                      <a:pt x="1824295" y="2311366"/>
                      <a:pt x="1718077" y="2648493"/>
                    </a:cubicBezTo>
                    <a:cubicBezTo>
                      <a:pt x="1611859" y="2985620"/>
                      <a:pt x="1452532" y="3343530"/>
                      <a:pt x="1537968" y="3659875"/>
                    </a:cubicBezTo>
                    <a:cubicBezTo>
                      <a:pt x="1623404" y="3976221"/>
                      <a:pt x="2099077" y="4294875"/>
                      <a:pt x="2230695" y="4546566"/>
                    </a:cubicBezTo>
                    <a:cubicBezTo>
                      <a:pt x="2362313" y="4798257"/>
                      <a:pt x="2383094" y="5017621"/>
                      <a:pt x="2327676" y="5170021"/>
                    </a:cubicBezTo>
                    <a:cubicBezTo>
                      <a:pt x="2272258" y="5322421"/>
                      <a:pt x="2258404" y="5403239"/>
                      <a:pt x="1898186" y="5460966"/>
                    </a:cubicBezTo>
                    <a:cubicBezTo>
                      <a:pt x="1537968" y="5518693"/>
                      <a:pt x="907585" y="5525621"/>
                      <a:pt x="623567" y="5419403"/>
                    </a:cubicBezTo>
                    <a:cubicBezTo>
                      <a:pt x="339549" y="5313185"/>
                      <a:pt x="284131" y="5213893"/>
                      <a:pt x="180222" y="47820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F7C79F5-8E5C-7866-CACB-F5B34EAE4E89}"/>
                  </a:ext>
                </a:extLst>
              </p:cNvPr>
              <p:cNvSpPr/>
              <p:nvPr/>
            </p:nvSpPr>
            <p:spPr>
              <a:xfrm rot="10800000">
                <a:off x="8747807" y="1008139"/>
                <a:ext cx="609600" cy="89356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8E6E4751-2292-A576-50A2-CB579735B100}"/>
                  </a:ext>
                </a:extLst>
              </p:cNvPr>
              <p:cNvSpPr/>
              <p:nvPr/>
            </p:nvSpPr>
            <p:spPr>
              <a:xfrm rot="10800000">
                <a:off x="9519274" y="1213747"/>
                <a:ext cx="274361" cy="54864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895AA54-1D08-534E-BC40-E33DB0604DFE}"/>
                  </a:ext>
                </a:extLst>
              </p:cNvPr>
              <p:cNvSpPr/>
              <p:nvPr/>
            </p:nvSpPr>
            <p:spPr>
              <a:xfrm rot="10800000">
                <a:off x="9854512" y="1305187"/>
                <a:ext cx="274361" cy="54864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77B8A511-2BF3-12A8-0BC6-35969E5E87E0}"/>
                  </a:ext>
                </a:extLst>
              </p:cNvPr>
              <p:cNvSpPr/>
              <p:nvPr/>
            </p:nvSpPr>
            <p:spPr>
              <a:xfrm rot="10800000">
                <a:off x="10205073" y="1416688"/>
                <a:ext cx="274361" cy="457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B7EF5510-3280-7275-1DD2-B3E3B40049CB}"/>
                  </a:ext>
                </a:extLst>
              </p:cNvPr>
              <p:cNvSpPr/>
              <p:nvPr/>
            </p:nvSpPr>
            <p:spPr>
              <a:xfrm rot="10800000">
                <a:off x="10540311" y="1670947"/>
                <a:ext cx="274361" cy="365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C6F139-38A8-FFFA-D0C5-39E02899C91D}"/>
                </a:ext>
              </a:extLst>
            </p:cNvPr>
            <p:cNvGrpSpPr/>
            <p:nvPr/>
          </p:nvGrpSpPr>
          <p:grpSpPr>
            <a:xfrm rot="3582214">
              <a:off x="8324712" y="3463205"/>
              <a:ext cx="230400" cy="525600"/>
              <a:chOff x="8024239" y="1985356"/>
              <a:chExt cx="2141775" cy="4911414"/>
            </a:xfrm>
          </p:grpSpPr>
          <p:sp>
            <p:nvSpPr>
              <p:cNvPr id="22" name="Freeform 5">
                <a:extLst>
                  <a:ext uri="{FF2B5EF4-FFF2-40B4-BE49-F238E27FC236}">
                    <a16:creationId xmlns:a16="http://schemas.microsoft.com/office/drawing/2014/main" id="{779FB585-4780-B52E-E754-8A1090B5CE40}"/>
                  </a:ext>
                </a:extLst>
              </p:cNvPr>
              <p:cNvSpPr/>
              <p:nvPr/>
            </p:nvSpPr>
            <p:spPr>
              <a:xfrm rot="10626065" flipH="1">
                <a:off x="8024239" y="2973626"/>
                <a:ext cx="2141775" cy="3923144"/>
              </a:xfrm>
              <a:custGeom>
                <a:avLst/>
                <a:gdLst>
                  <a:gd name="connsiteX0" fmla="*/ 452236 w 2914469"/>
                  <a:gd name="connsiteY0" fmla="*/ 4744449 h 5470974"/>
                  <a:gd name="connsiteX1" fmla="*/ 8891 w 2914469"/>
                  <a:gd name="connsiteY1" fmla="*/ 2749394 h 5470974"/>
                  <a:gd name="connsiteX2" fmla="*/ 175146 w 2914469"/>
                  <a:gd name="connsiteY2" fmla="*/ 1211540 h 5470974"/>
                  <a:gd name="connsiteX3" fmla="*/ 410673 w 2914469"/>
                  <a:gd name="connsiteY3" fmla="*/ 394122 h 5470974"/>
                  <a:gd name="connsiteX4" fmla="*/ 1186527 w 2914469"/>
                  <a:gd name="connsiteY4" fmla="*/ 6194 h 5470974"/>
                  <a:gd name="connsiteX5" fmla="*/ 2142491 w 2914469"/>
                  <a:gd name="connsiteY5" fmla="*/ 269431 h 5470974"/>
                  <a:gd name="connsiteX6" fmla="*/ 2447291 w 2914469"/>
                  <a:gd name="connsiteY6" fmla="*/ 1599467 h 5470974"/>
                  <a:gd name="connsiteX7" fmla="*/ 1990091 w 2914469"/>
                  <a:gd name="connsiteY7" fmla="*/ 2610849 h 5470974"/>
                  <a:gd name="connsiteX8" fmla="*/ 1809982 w 2914469"/>
                  <a:gd name="connsiteY8" fmla="*/ 3622231 h 5470974"/>
                  <a:gd name="connsiteX9" fmla="*/ 2655109 w 2914469"/>
                  <a:gd name="connsiteY9" fmla="*/ 4522776 h 5470974"/>
                  <a:gd name="connsiteX10" fmla="*/ 2890636 w 2914469"/>
                  <a:gd name="connsiteY10" fmla="*/ 5049249 h 5470974"/>
                  <a:gd name="connsiteX11" fmla="*/ 2170200 w 2914469"/>
                  <a:gd name="connsiteY11" fmla="*/ 5423322 h 5470974"/>
                  <a:gd name="connsiteX12" fmla="*/ 729327 w 2914469"/>
                  <a:gd name="connsiteY12" fmla="*/ 5395613 h 5470974"/>
                  <a:gd name="connsiteX13" fmla="*/ 452236 w 2914469"/>
                  <a:gd name="connsiteY13" fmla="*/ 4744449 h 5470974"/>
                  <a:gd name="connsiteX0" fmla="*/ 452236 w 2733397"/>
                  <a:gd name="connsiteY0" fmla="*/ 4744449 h 5470974"/>
                  <a:gd name="connsiteX1" fmla="*/ 8891 w 2733397"/>
                  <a:gd name="connsiteY1" fmla="*/ 2749394 h 5470974"/>
                  <a:gd name="connsiteX2" fmla="*/ 175146 w 2733397"/>
                  <a:gd name="connsiteY2" fmla="*/ 1211540 h 5470974"/>
                  <a:gd name="connsiteX3" fmla="*/ 410673 w 2733397"/>
                  <a:gd name="connsiteY3" fmla="*/ 394122 h 5470974"/>
                  <a:gd name="connsiteX4" fmla="*/ 1186527 w 2733397"/>
                  <a:gd name="connsiteY4" fmla="*/ 6194 h 5470974"/>
                  <a:gd name="connsiteX5" fmla="*/ 2142491 w 2733397"/>
                  <a:gd name="connsiteY5" fmla="*/ 269431 h 5470974"/>
                  <a:gd name="connsiteX6" fmla="*/ 2447291 w 2733397"/>
                  <a:gd name="connsiteY6" fmla="*/ 1599467 h 5470974"/>
                  <a:gd name="connsiteX7" fmla="*/ 1990091 w 2733397"/>
                  <a:gd name="connsiteY7" fmla="*/ 2610849 h 5470974"/>
                  <a:gd name="connsiteX8" fmla="*/ 1809982 w 2733397"/>
                  <a:gd name="connsiteY8" fmla="*/ 3622231 h 5470974"/>
                  <a:gd name="connsiteX9" fmla="*/ 2655109 w 2733397"/>
                  <a:gd name="connsiteY9" fmla="*/ 4522776 h 5470974"/>
                  <a:gd name="connsiteX10" fmla="*/ 2641254 w 2733397"/>
                  <a:gd name="connsiteY10" fmla="*/ 5146231 h 5470974"/>
                  <a:gd name="connsiteX11" fmla="*/ 2170200 w 2733397"/>
                  <a:gd name="connsiteY11" fmla="*/ 5423322 h 5470974"/>
                  <a:gd name="connsiteX12" fmla="*/ 729327 w 2733397"/>
                  <a:gd name="connsiteY12" fmla="*/ 5395613 h 5470974"/>
                  <a:gd name="connsiteX13" fmla="*/ 452236 w 2733397"/>
                  <a:gd name="connsiteY13" fmla="*/ 4744449 h 5470974"/>
                  <a:gd name="connsiteX0" fmla="*/ 452236 w 2662490"/>
                  <a:gd name="connsiteY0" fmla="*/ 4744449 h 5470974"/>
                  <a:gd name="connsiteX1" fmla="*/ 8891 w 2662490"/>
                  <a:gd name="connsiteY1" fmla="*/ 2749394 h 5470974"/>
                  <a:gd name="connsiteX2" fmla="*/ 175146 w 2662490"/>
                  <a:gd name="connsiteY2" fmla="*/ 1211540 h 5470974"/>
                  <a:gd name="connsiteX3" fmla="*/ 410673 w 2662490"/>
                  <a:gd name="connsiteY3" fmla="*/ 394122 h 5470974"/>
                  <a:gd name="connsiteX4" fmla="*/ 1186527 w 2662490"/>
                  <a:gd name="connsiteY4" fmla="*/ 6194 h 5470974"/>
                  <a:gd name="connsiteX5" fmla="*/ 2142491 w 2662490"/>
                  <a:gd name="connsiteY5" fmla="*/ 269431 h 5470974"/>
                  <a:gd name="connsiteX6" fmla="*/ 2447291 w 2662490"/>
                  <a:gd name="connsiteY6" fmla="*/ 1599467 h 5470974"/>
                  <a:gd name="connsiteX7" fmla="*/ 1990091 w 2662490"/>
                  <a:gd name="connsiteY7" fmla="*/ 2610849 h 5470974"/>
                  <a:gd name="connsiteX8" fmla="*/ 1809982 w 2662490"/>
                  <a:gd name="connsiteY8" fmla="*/ 3622231 h 5470974"/>
                  <a:gd name="connsiteX9" fmla="*/ 2502709 w 2662490"/>
                  <a:gd name="connsiteY9" fmla="*/ 4508922 h 5470974"/>
                  <a:gd name="connsiteX10" fmla="*/ 2641254 w 2662490"/>
                  <a:gd name="connsiteY10" fmla="*/ 5146231 h 5470974"/>
                  <a:gd name="connsiteX11" fmla="*/ 2170200 w 2662490"/>
                  <a:gd name="connsiteY11" fmla="*/ 5423322 h 5470974"/>
                  <a:gd name="connsiteX12" fmla="*/ 729327 w 2662490"/>
                  <a:gd name="connsiteY12" fmla="*/ 5395613 h 5470974"/>
                  <a:gd name="connsiteX13" fmla="*/ 452236 w 2662490"/>
                  <a:gd name="connsiteY13" fmla="*/ 4744449 h 5470974"/>
                  <a:gd name="connsiteX0" fmla="*/ 452236 w 2628430"/>
                  <a:gd name="connsiteY0" fmla="*/ 4744449 h 5470974"/>
                  <a:gd name="connsiteX1" fmla="*/ 8891 w 2628430"/>
                  <a:gd name="connsiteY1" fmla="*/ 2749394 h 5470974"/>
                  <a:gd name="connsiteX2" fmla="*/ 175146 w 2628430"/>
                  <a:gd name="connsiteY2" fmla="*/ 1211540 h 5470974"/>
                  <a:gd name="connsiteX3" fmla="*/ 410673 w 2628430"/>
                  <a:gd name="connsiteY3" fmla="*/ 394122 h 5470974"/>
                  <a:gd name="connsiteX4" fmla="*/ 1186527 w 2628430"/>
                  <a:gd name="connsiteY4" fmla="*/ 6194 h 5470974"/>
                  <a:gd name="connsiteX5" fmla="*/ 2142491 w 2628430"/>
                  <a:gd name="connsiteY5" fmla="*/ 269431 h 5470974"/>
                  <a:gd name="connsiteX6" fmla="*/ 2447291 w 2628430"/>
                  <a:gd name="connsiteY6" fmla="*/ 1599467 h 5470974"/>
                  <a:gd name="connsiteX7" fmla="*/ 1990091 w 2628430"/>
                  <a:gd name="connsiteY7" fmla="*/ 2610849 h 5470974"/>
                  <a:gd name="connsiteX8" fmla="*/ 1809982 w 2628430"/>
                  <a:gd name="connsiteY8" fmla="*/ 3622231 h 5470974"/>
                  <a:gd name="connsiteX9" fmla="*/ 2502709 w 2628430"/>
                  <a:gd name="connsiteY9" fmla="*/ 4508922 h 5470974"/>
                  <a:gd name="connsiteX10" fmla="*/ 2599690 w 2628430"/>
                  <a:gd name="connsiteY10" fmla="*/ 5132377 h 5470974"/>
                  <a:gd name="connsiteX11" fmla="*/ 2170200 w 2628430"/>
                  <a:gd name="connsiteY11" fmla="*/ 5423322 h 5470974"/>
                  <a:gd name="connsiteX12" fmla="*/ 729327 w 2628430"/>
                  <a:gd name="connsiteY12" fmla="*/ 5395613 h 5470974"/>
                  <a:gd name="connsiteX13" fmla="*/ 452236 w 2628430"/>
                  <a:gd name="connsiteY13" fmla="*/ 4744449 h 5470974"/>
                  <a:gd name="connsiteX0" fmla="*/ 452236 w 2628430"/>
                  <a:gd name="connsiteY0" fmla="*/ 4744449 h 5464715"/>
                  <a:gd name="connsiteX1" fmla="*/ 8891 w 2628430"/>
                  <a:gd name="connsiteY1" fmla="*/ 2749394 h 5464715"/>
                  <a:gd name="connsiteX2" fmla="*/ 175146 w 2628430"/>
                  <a:gd name="connsiteY2" fmla="*/ 1211540 h 5464715"/>
                  <a:gd name="connsiteX3" fmla="*/ 410673 w 2628430"/>
                  <a:gd name="connsiteY3" fmla="*/ 394122 h 5464715"/>
                  <a:gd name="connsiteX4" fmla="*/ 1186527 w 2628430"/>
                  <a:gd name="connsiteY4" fmla="*/ 6194 h 5464715"/>
                  <a:gd name="connsiteX5" fmla="*/ 2142491 w 2628430"/>
                  <a:gd name="connsiteY5" fmla="*/ 269431 h 5464715"/>
                  <a:gd name="connsiteX6" fmla="*/ 2447291 w 2628430"/>
                  <a:gd name="connsiteY6" fmla="*/ 1599467 h 5464715"/>
                  <a:gd name="connsiteX7" fmla="*/ 1990091 w 2628430"/>
                  <a:gd name="connsiteY7" fmla="*/ 2610849 h 5464715"/>
                  <a:gd name="connsiteX8" fmla="*/ 1809982 w 2628430"/>
                  <a:gd name="connsiteY8" fmla="*/ 3622231 h 5464715"/>
                  <a:gd name="connsiteX9" fmla="*/ 2502709 w 2628430"/>
                  <a:gd name="connsiteY9" fmla="*/ 4508922 h 5464715"/>
                  <a:gd name="connsiteX10" fmla="*/ 2599690 w 2628430"/>
                  <a:gd name="connsiteY10" fmla="*/ 5132377 h 5464715"/>
                  <a:gd name="connsiteX11" fmla="*/ 2170200 w 2628430"/>
                  <a:gd name="connsiteY11" fmla="*/ 5423322 h 5464715"/>
                  <a:gd name="connsiteX12" fmla="*/ 895581 w 2628430"/>
                  <a:gd name="connsiteY12" fmla="*/ 5381759 h 5464715"/>
                  <a:gd name="connsiteX13" fmla="*/ 452236 w 2628430"/>
                  <a:gd name="connsiteY13" fmla="*/ 4744449 h 5464715"/>
                  <a:gd name="connsiteX0" fmla="*/ 281453 w 2457647"/>
                  <a:gd name="connsiteY0" fmla="*/ 4744449 h 5464715"/>
                  <a:gd name="connsiteX1" fmla="*/ 101345 w 2457647"/>
                  <a:gd name="connsiteY1" fmla="*/ 2790958 h 5464715"/>
                  <a:gd name="connsiteX2" fmla="*/ 4363 w 2457647"/>
                  <a:gd name="connsiteY2" fmla="*/ 1211540 h 5464715"/>
                  <a:gd name="connsiteX3" fmla="*/ 239890 w 2457647"/>
                  <a:gd name="connsiteY3" fmla="*/ 394122 h 5464715"/>
                  <a:gd name="connsiteX4" fmla="*/ 1015744 w 2457647"/>
                  <a:gd name="connsiteY4" fmla="*/ 6194 h 5464715"/>
                  <a:gd name="connsiteX5" fmla="*/ 1971708 w 2457647"/>
                  <a:gd name="connsiteY5" fmla="*/ 269431 h 5464715"/>
                  <a:gd name="connsiteX6" fmla="*/ 2276508 w 2457647"/>
                  <a:gd name="connsiteY6" fmla="*/ 1599467 h 5464715"/>
                  <a:gd name="connsiteX7" fmla="*/ 1819308 w 2457647"/>
                  <a:gd name="connsiteY7" fmla="*/ 2610849 h 5464715"/>
                  <a:gd name="connsiteX8" fmla="*/ 1639199 w 2457647"/>
                  <a:gd name="connsiteY8" fmla="*/ 3622231 h 5464715"/>
                  <a:gd name="connsiteX9" fmla="*/ 2331926 w 2457647"/>
                  <a:gd name="connsiteY9" fmla="*/ 4508922 h 5464715"/>
                  <a:gd name="connsiteX10" fmla="*/ 2428907 w 2457647"/>
                  <a:gd name="connsiteY10" fmla="*/ 5132377 h 5464715"/>
                  <a:gd name="connsiteX11" fmla="*/ 1999417 w 2457647"/>
                  <a:gd name="connsiteY11" fmla="*/ 5423322 h 5464715"/>
                  <a:gd name="connsiteX12" fmla="*/ 724798 w 2457647"/>
                  <a:gd name="connsiteY12" fmla="*/ 5381759 h 5464715"/>
                  <a:gd name="connsiteX13" fmla="*/ 281453 w 2457647"/>
                  <a:gd name="connsiteY13" fmla="*/ 4744449 h 5464715"/>
                  <a:gd name="connsiteX0" fmla="*/ 182997 w 2359191"/>
                  <a:gd name="connsiteY0" fmla="*/ 4744449 h 5464715"/>
                  <a:gd name="connsiteX1" fmla="*/ 2889 w 2359191"/>
                  <a:gd name="connsiteY1" fmla="*/ 2790958 h 5464715"/>
                  <a:gd name="connsiteX2" fmla="*/ 141434 w 2359191"/>
                  <a:gd name="connsiteY2" fmla="*/ 394122 h 5464715"/>
                  <a:gd name="connsiteX3" fmla="*/ 917288 w 2359191"/>
                  <a:gd name="connsiteY3" fmla="*/ 6194 h 5464715"/>
                  <a:gd name="connsiteX4" fmla="*/ 1873252 w 2359191"/>
                  <a:gd name="connsiteY4" fmla="*/ 269431 h 5464715"/>
                  <a:gd name="connsiteX5" fmla="*/ 2178052 w 2359191"/>
                  <a:gd name="connsiteY5" fmla="*/ 1599467 h 5464715"/>
                  <a:gd name="connsiteX6" fmla="*/ 1720852 w 2359191"/>
                  <a:gd name="connsiteY6" fmla="*/ 2610849 h 5464715"/>
                  <a:gd name="connsiteX7" fmla="*/ 1540743 w 2359191"/>
                  <a:gd name="connsiteY7" fmla="*/ 3622231 h 5464715"/>
                  <a:gd name="connsiteX8" fmla="*/ 2233470 w 2359191"/>
                  <a:gd name="connsiteY8" fmla="*/ 4508922 h 5464715"/>
                  <a:gd name="connsiteX9" fmla="*/ 2330451 w 2359191"/>
                  <a:gd name="connsiteY9" fmla="*/ 5132377 h 5464715"/>
                  <a:gd name="connsiteX10" fmla="*/ 1900961 w 2359191"/>
                  <a:gd name="connsiteY10" fmla="*/ 5423322 h 5464715"/>
                  <a:gd name="connsiteX11" fmla="*/ 626342 w 2359191"/>
                  <a:gd name="connsiteY11" fmla="*/ 5381759 h 5464715"/>
                  <a:gd name="connsiteX12" fmla="*/ 182997 w 2359191"/>
                  <a:gd name="connsiteY12" fmla="*/ 4744449 h 5464715"/>
                  <a:gd name="connsiteX0" fmla="*/ 180110 w 2356304"/>
                  <a:gd name="connsiteY0" fmla="*/ 4785805 h 5506071"/>
                  <a:gd name="connsiteX1" fmla="*/ 2 w 2356304"/>
                  <a:gd name="connsiteY1" fmla="*/ 2832314 h 5506071"/>
                  <a:gd name="connsiteX2" fmla="*/ 182207 w 2356304"/>
                  <a:gd name="connsiteY2" fmla="*/ 1038518 h 5506071"/>
                  <a:gd name="connsiteX3" fmla="*/ 914401 w 2356304"/>
                  <a:gd name="connsiteY3" fmla="*/ 47550 h 5506071"/>
                  <a:gd name="connsiteX4" fmla="*/ 1870365 w 2356304"/>
                  <a:gd name="connsiteY4" fmla="*/ 310787 h 5506071"/>
                  <a:gd name="connsiteX5" fmla="*/ 2175165 w 2356304"/>
                  <a:gd name="connsiteY5" fmla="*/ 1640823 h 5506071"/>
                  <a:gd name="connsiteX6" fmla="*/ 1717965 w 2356304"/>
                  <a:gd name="connsiteY6" fmla="*/ 2652205 h 5506071"/>
                  <a:gd name="connsiteX7" fmla="*/ 1537856 w 2356304"/>
                  <a:gd name="connsiteY7" fmla="*/ 3663587 h 5506071"/>
                  <a:gd name="connsiteX8" fmla="*/ 2230583 w 2356304"/>
                  <a:gd name="connsiteY8" fmla="*/ 4550278 h 5506071"/>
                  <a:gd name="connsiteX9" fmla="*/ 2327564 w 2356304"/>
                  <a:gd name="connsiteY9" fmla="*/ 5173733 h 5506071"/>
                  <a:gd name="connsiteX10" fmla="*/ 1898074 w 2356304"/>
                  <a:gd name="connsiteY10" fmla="*/ 5464678 h 5506071"/>
                  <a:gd name="connsiteX11" fmla="*/ 623455 w 2356304"/>
                  <a:gd name="connsiteY11" fmla="*/ 5423115 h 5506071"/>
                  <a:gd name="connsiteX12" fmla="*/ 180110 w 2356304"/>
                  <a:gd name="connsiteY12" fmla="*/ 4785805 h 5506071"/>
                  <a:gd name="connsiteX0" fmla="*/ 181079 w 2357273"/>
                  <a:gd name="connsiteY0" fmla="*/ 4796399 h 5516665"/>
                  <a:gd name="connsiteX1" fmla="*/ 971 w 2357273"/>
                  <a:gd name="connsiteY1" fmla="*/ 2842908 h 5516665"/>
                  <a:gd name="connsiteX2" fmla="*/ 248289 w 2357273"/>
                  <a:gd name="connsiteY2" fmla="*/ 1196366 h 5516665"/>
                  <a:gd name="connsiteX3" fmla="*/ 915370 w 2357273"/>
                  <a:gd name="connsiteY3" fmla="*/ 58144 h 5516665"/>
                  <a:gd name="connsiteX4" fmla="*/ 1871334 w 2357273"/>
                  <a:gd name="connsiteY4" fmla="*/ 321381 h 5516665"/>
                  <a:gd name="connsiteX5" fmla="*/ 2176134 w 2357273"/>
                  <a:gd name="connsiteY5" fmla="*/ 1651417 h 5516665"/>
                  <a:gd name="connsiteX6" fmla="*/ 1718934 w 2357273"/>
                  <a:gd name="connsiteY6" fmla="*/ 2662799 h 5516665"/>
                  <a:gd name="connsiteX7" fmla="*/ 1538825 w 2357273"/>
                  <a:gd name="connsiteY7" fmla="*/ 3674181 h 5516665"/>
                  <a:gd name="connsiteX8" fmla="*/ 2231552 w 2357273"/>
                  <a:gd name="connsiteY8" fmla="*/ 4560872 h 5516665"/>
                  <a:gd name="connsiteX9" fmla="*/ 2328533 w 2357273"/>
                  <a:gd name="connsiteY9" fmla="*/ 5184327 h 5516665"/>
                  <a:gd name="connsiteX10" fmla="*/ 1899043 w 2357273"/>
                  <a:gd name="connsiteY10" fmla="*/ 5475272 h 5516665"/>
                  <a:gd name="connsiteX11" fmla="*/ 624424 w 2357273"/>
                  <a:gd name="connsiteY11" fmla="*/ 5433709 h 5516665"/>
                  <a:gd name="connsiteX12" fmla="*/ 181079 w 2357273"/>
                  <a:gd name="connsiteY12" fmla="*/ 4796399 h 551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357273" h="5516665">
                    <a:moveTo>
                      <a:pt x="181079" y="4796399"/>
                    </a:moveTo>
                    <a:cubicBezTo>
                      <a:pt x="77170" y="4364599"/>
                      <a:pt x="-10231" y="3442913"/>
                      <a:pt x="971" y="2842908"/>
                    </a:cubicBezTo>
                    <a:cubicBezTo>
                      <a:pt x="12173" y="2242903"/>
                      <a:pt x="95889" y="1660493"/>
                      <a:pt x="248289" y="1196366"/>
                    </a:cubicBezTo>
                    <a:cubicBezTo>
                      <a:pt x="400689" y="732239"/>
                      <a:pt x="644863" y="203975"/>
                      <a:pt x="915370" y="58144"/>
                    </a:cubicBezTo>
                    <a:cubicBezTo>
                      <a:pt x="1185878" y="-87687"/>
                      <a:pt x="1661207" y="55836"/>
                      <a:pt x="1871334" y="321381"/>
                    </a:cubicBezTo>
                    <a:cubicBezTo>
                      <a:pt x="2081461" y="586926"/>
                      <a:pt x="2201534" y="1261181"/>
                      <a:pt x="2176134" y="1651417"/>
                    </a:cubicBezTo>
                    <a:cubicBezTo>
                      <a:pt x="2150734" y="2041653"/>
                      <a:pt x="1825152" y="2325672"/>
                      <a:pt x="1718934" y="2662799"/>
                    </a:cubicBezTo>
                    <a:cubicBezTo>
                      <a:pt x="1612716" y="2999926"/>
                      <a:pt x="1453389" y="3357836"/>
                      <a:pt x="1538825" y="3674181"/>
                    </a:cubicBezTo>
                    <a:cubicBezTo>
                      <a:pt x="1624261" y="3990527"/>
                      <a:pt x="2099934" y="4309181"/>
                      <a:pt x="2231552" y="4560872"/>
                    </a:cubicBezTo>
                    <a:cubicBezTo>
                      <a:pt x="2363170" y="4812563"/>
                      <a:pt x="2383951" y="5031927"/>
                      <a:pt x="2328533" y="5184327"/>
                    </a:cubicBezTo>
                    <a:cubicBezTo>
                      <a:pt x="2273115" y="5336727"/>
                      <a:pt x="2259261" y="5417545"/>
                      <a:pt x="1899043" y="5475272"/>
                    </a:cubicBezTo>
                    <a:cubicBezTo>
                      <a:pt x="1538825" y="5532999"/>
                      <a:pt x="908442" y="5539927"/>
                      <a:pt x="624424" y="5433709"/>
                    </a:cubicBezTo>
                    <a:cubicBezTo>
                      <a:pt x="340406" y="5327491"/>
                      <a:pt x="284988" y="5228199"/>
                      <a:pt x="181079" y="479639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A1F73AAA-CE4D-F792-45AA-57A77746ED03}"/>
                  </a:ext>
                </a:extLst>
              </p:cNvPr>
              <p:cNvSpPr/>
              <p:nvPr/>
            </p:nvSpPr>
            <p:spPr>
              <a:xfrm rot="10800000">
                <a:off x="9506781" y="1985356"/>
                <a:ext cx="609600" cy="89356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FB93F53E-E9AE-4411-1D56-EAC172190977}"/>
                  </a:ext>
                </a:extLst>
              </p:cNvPr>
              <p:cNvSpPr/>
              <p:nvPr/>
            </p:nvSpPr>
            <p:spPr>
              <a:xfrm rot="10800000">
                <a:off x="9107731" y="2190964"/>
                <a:ext cx="274361" cy="54864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8EEB79BC-AEDB-19A2-ECE1-332FDDD64A2A}"/>
                  </a:ext>
                </a:extLst>
              </p:cNvPr>
              <p:cNvSpPr/>
              <p:nvPr/>
            </p:nvSpPr>
            <p:spPr>
              <a:xfrm rot="10800000">
                <a:off x="8741529" y="2282404"/>
                <a:ext cx="274361" cy="54864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0C223475-D1EC-62D9-7254-277B532CCCDE}"/>
                  </a:ext>
                </a:extLst>
              </p:cNvPr>
              <p:cNvSpPr/>
              <p:nvPr/>
            </p:nvSpPr>
            <p:spPr>
              <a:xfrm rot="10800000">
                <a:off x="8392434" y="2393906"/>
                <a:ext cx="274361" cy="457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6D52BC8A-ABA8-66BD-F980-623A6D1222A8}"/>
                  </a:ext>
                </a:extLst>
              </p:cNvPr>
              <p:cNvSpPr/>
              <p:nvPr/>
            </p:nvSpPr>
            <p:spPr>
              <a:xfrm rot="10800000">
                <a:off x="8040832" y="2648164"/>
                <a:ext cx="274361" cy="365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6FE3E64-BFE0-0048-49F5-A40A43ADD7F3}"/>
                </a:ext>
              </a:extLst>
            </p:cNvPr>
            <p:cNvGrpSpPr/>
            <p:nvPr/>
          </p:nvGrpSpPr>
          <p:grpSpPr>
            <a:xfrm rot="4881240">
              <a:off x="8079890" y="3928630"/>
              <a:ext cx="230767" cy="527018"/>
              <a:chOff x="8668623" y="1008139"/>
              <a:chExt cx="2146049" cy="4901076"/>
            </a:xfrm>
          </p:grpSpPr>
          <p:sp>
            <p:nvSpPr>
              <p:cNvPr id="29" name="Freeform 4">
                <a:extLst>
                  <a:ext uri="{FF2B5EF4-FFF2-40B4-BE49-F238E27FC236}">
                    <a16:creationId xmlns:a16="http://schemas.microsoft.com/office/drawing/2014/main" id="{4E569B0E-EA8D-3A2D-4A68-A2116B81E52C}"/>
                  </a:ext>
                </a:extLst>
              </p:cNvPr>
              <p:cNvSpPr/>
              <p:nvPr/>
            </p:nvSpPr>
            <p:spPr>
              <a:xfrm rot="10984993">
                <a:off x="8668623" y="1996245"/>
                <a:ext cx="2140997" cy="3912970"/>
              </a:xfrm>
              <a:custGeom>
                <a:avLst/>
                <a:gdLst>
                  <a:gd name="connsiteX0" fmla="*/ 452236 w 2914469"/>
                  <a:gd name="connsiteY0" fmla="*/ 4744449 h 5470974"/>
                  <a:gd name="connsiteX1" fmla="*/ 8891 w 2914469"/>
                  <a:gd name="connsiteY1" fmla="*/ 2749394 h 5470974"/>
                  <a:gd name="connsiteX2" fmla="*/ 175146 w 2914469"/>
                  <a:gd name="connsiteY2" fmla="*/ 1211540 h 5470974"/>
                  <a:gd name="connsiteX3" fmla="*/ 410673 w 2914469"/>
                  <a:gd name="connsiteY3" fmla="*/ 394122 h 5470974"/>
                  <a:gd name="connsiteX4" fmla="*/ 1186527 w 2914469"/>
                  <a:gd name="connsiteY4" fmla="*/ 6194 h 5470974"/>
                  <a:gd name="connsiteX5" fmla="*/ 2142491 w 2914469"/>
                  <a:gd name="connsiteY5" fmla="*/ 269431 h 5470974"/>
                  <a:gd name="connsiteX6" fmla="*/ 2447291 w 2914469"/>
                  <a:gd name="connsiteY6" fmla="*/ 1599467 h 5470974"/>
                  <a:gd name="connsiteX7" fmla="*/ 1990091 w 2914469"/>
                  <a:gd name="connsiteY7" fmla="*/ 2610849 h 5470974"/>
                  <a:gd name="connsiteX8" fmla="*/ 1809982 w 2914469"/>
                  <a:gd name="connsiteY8" fmla="*/ 3622231 h 5470974"/>
                  <a:gd name="connsiteX9" fmla="*/ 2655109 w 2914469"/>
                  <a:gd name="connsiteY9" fmla="*/ 4522776 h 5470974"/>
                  <a:gd name="connsiteX10" fmla="*/ 2890636 w 2914469"/>
                  <a:gd name="connsiteY10" fmla="*/ 5049249 h 5470974"/>
                  <a:gd name="connsiteX11" fmla="*/ 2170200 w 2914469"/>
                  <a:gd name="connsiteY11" fmla="*/ 5423322 h 5470974"/>
                  <a:gd name="connsiteX12" fmla="*/ 729327 w 2914469"/>
                  <a:gd name="connsiteY12" fmla="*/ 5395613 h 5470974"/>
                  <a:gd name="connsiteX13" fmla="*/ 452236 w 2914469"/>
                  <a:gd name="connsiteY13" fmla="*/ 4744449 h 5470974"/>
                  <a:gd name="connsiteX0" fmla="*/ 452236 w 2733397"/>
                  <a:gd name="connsiteY0" fmla="*/ 4744449 h 5470974"/>
                  <a:gd name="connsiteX1" fmla="*/ 8891 w 2733397"/>
                  <a:gd name="connsiteY1" fmla="*/ 2749394 h 5470974"/>
                  <a:gd name="connsiteX2" fmla="*/ 175146 w 2733397"/>
                  <a:gd name="connsiteY2" fmla="*/ 1211540 h 5470974"/>
                  <a:gd name="connsiteX3" fmla="*/ 410673 w 2733397"/>
                  <a:gd name="connsiteY3" fmla="*/ 394122 h 5470974"/>
                  <a:gd name="connsiteX4" fmla="*/ 1186527 w 2733397"/>
                  <a:gd name="connsiteY4" fmla="*/ 6194 h 5470974"/>
                  <a:gd name="connsiteX5" fmla="*/ 2142491 w 2733397"/>
                  <a:gd name="connsiteY5" fmla="*/ 269431 h 5470974"/>
                  <a:gd name="connsiteX6" fmla="*/ 2447291 w 2733397"/>
                  <a:gd name="connsiteY6" fmla="*/ 1599467 h 5470974"/>
                  <a:gd name="connsiteX7" fmla="*/ 1990091 w 2733397"/>
                  <a:gd name="connsiteY7" fmla="*/ 2610849 h 5470974"/>
                  <a:gd name="connsiteX8" fmla="*/ 1809982 w 2733397"/>
                  <a:gd name="connsiteY8" fmla="*/ 3622231 h 5470974"/>
                  <a:gd name="connsiteX9" fmla="*/ 2655109 w 2733397"/>
                  <a:gd name="connsiteY9" fmla="*/ 4522776 h 5470974"/>
                  <a:gd name="connsiteX10" fmla="*/ 2641254 w 2733397"/>
                  <a:gd name="connsiteY10" fmla="*/ 5146231 h 5470974"/>
                  <a:gd name="connsiteX11" fmla="*/ 2170200 w 2733397"/>
                  <a:gd name="connsiteY11" fmla="*/ 5423322 h 5470974"/>
                  <a:gd name="connsiteX12" fmla="*/ 729327 w 2733397"/>
                  <a:gd name="connsiteY12" fmla="*/ 5395613 h 5470974"/>
                  <a:gd name="connsiteX13" fmla="*/ 452236 w 2733397"/>
                  <a:gd name="connsiteY13" fmla="*/ 4744449 h 5470974"/>
                  <a:gd name="connsiteX0" fmla="*/ 452236 w 2662490"/>
                  <a:gd name="connsiteY0" fmla="*/ 4744449 h 5470974"/>
                  <a:gd name="connsiteX1" fmla="*/ 8891 w 2662490"/>
                  <a:gd name="connsiteY1" fmla="*/ 2749394 h 5470974"/>
                  <a:gd name="connsiteX2" fmla="*/ 175146 w 2662490"/>
                  <a:gd name="connsiteY2" fmla="*/ 1211540 h 5470974"/>
                  <a:gd name="connsiteX3" fmla="*/ 410673 w 2662490"/>
                  <a:gd name="connsiteY3" fmla="*/ 394122 h 5470974"/>
                  <a:gd name="connsiteX4" fmla="*/ 1186527 w 2662490"/>
                  <a:gd name="connsiteY4" fmla="*/ 6194 h 5470974"/>
                  <a:gd name="connsiteX5" fmla="*/ 2142491 w 2662490"/>
                  <a:gd name="connsiteY5" fmla="*/ 269431 h 5470974"/>
                  <a:gd name="connsiteX6" fmla="*/ 2447291 w 2662490"/>
                  <a:gd name="connsiteY6" fmla="*/ 1599467 h 5470974"/>
                  <a:gd name="connsiteX7" fmla="*/ 1990091 w 2662490"/>
                  <a:gd name="connsiteY7" fmla="*/ 2610849 h 5470974"/>
                  <a:gd name="connsiteX8" fmla="*/ 1809982 w 2662490"/>
                  <a:gd name="connsiteY8" fmla="*/ 3622231 h 5470974"/>
                  <a:gd name="connsiteX9" fmla="*/ 2502709 w 2662490"/>
                  <a:gd name="connsiteY9" fmla="*/ 4508922 h 5470974"/>
                  <a:gd name="connsiteX10" fmla="*/ 2641254 w 2662490"/>
                  <a:gd name="connsiteY10" fmla="*/ 5146231 h 5470974"/>
                  <a:gd name="connsiteX11" fmla="*/ 2170200 w 2662490"/>
                  <a:gd name="connsiteY11" fmla="*/ 5423322 h 5470974"/>
                  <a:gd name="connsiteX12" fmla="*/ 729327 w 2662490"/>
                  <a:gd name="connsiteY12" fmla="*/ 5395613 h 5470974"/>
                  <a:gd name="connsiteX13" fmla="*/ 452236 w 2662490"/>
                  <a:gd name="connsiteY13" fmla="*/ 4744449 h 5470974"/>
                  <a:gd name="connsiteX0" fmla="*/ 452236 w 2628430"/>
                  <a:gd name="connsiteY0" fmla="*/ 4744449 h 5470974"/>
                  <a:gd name="connsiteX1" fmla="*/ 8891 w 2628430"/>
                  <a:gd name="connsiteY1" fmla="*/ 2749394 h 5470974"/>
                  <a:gd name="connsiteX2" fmla="*/ 175146 w 2628430"/>
                  <a:gd name="connsiteY2" fmla="*/ 1211540 h 5470974"/>
                  <a:gd name="connsiteX3" fmla="*/ 410673 w 2628430"/>
                  <a:gd name="connsiteY3" fmla="*/ 394122 h 5470974"/>
                  <a:gd name="connsiteX4" fmla="*/ 1186527 w 2628430"/>
                  <a:gd name="connsiteY4" fmla="*/ 6194 h 5470974"/>
                  <a:gd name="connsiteX5" fmla="*/ 2142491 w 2628430"/>
                  <a:gd name="connsiteY5" fmla="*/ 269431 h 5470974"/>
                  <a:gd name="connsiteX6" fmla="*/ 2447291 w 2628430"/>
                  <a:gd name="connsiteY6" fmla="*/ 1599467 h 5470974"/>
                  <a:gd name="connsiteX7" fmla="*/ 1990091 w 2628430"/>
                  <a:gd name="connsiteY7" fmla="*/ 2610849 h 5470974"/>
                  <a:gd name="connsiteX8" fmla="*/ 1809982 w 2628430"/>
                  <a:gd name="connsiteY8" fmla="*/ 3622231 h 5470974"/>
                  <a:gd name="connsiteX9" fmla="*/ 2502709 w 2628430"/>
                  <a:gd name="connsiteY9" fmla="*/ 4508922 h 5470974"/>
                  <a:gd name="connsiteX10" fmla="*/ 2599690 w 2628430"/>
                  <a:gd name="connsiteY10" fmla="*/ 5132377 h 5470974"/>
                  <a:gd name="connsiteX11" fmla="*/ 2170200 w 2628430"/>
                  <a:gd name="connsiteY11" fmla="*/ 5423322 h 5470974"/>
                  <a:gd name="connsiteX12" fmla="*/ 729327 w 2628430"/>
                  <a:gd name="connsiteY12" fmla="*/ 5395613 h 5470974"/>
                  <a:gd name="connsiteX13" fmla="*/ 452236 w 2628430"/>
                  <a:gd name="connsiteY13" fmla="*/ 4744449 h 5470974"/>
                  <a:gd name="connsiteX0" fmla="*/ 452236 w 2628430"/>
                  <a:gd name="connsiteY0" fmla="*/ 4744449 h 5464715"/>
                  <a:gd name="connsiteX1" fmla="*/ 8891 w 2628430"/>
                  <a:gd name="connsiteY1" fmla="*/ 2749394 h 5464715"/>
                  <a:gd name="connsiteX2" fmla="*/ 175146 w 2628430"/>
                  <a:gd name="connsiteY2" fmla="*/ 1211540 h 5464715"/>
                  <a:gd name="connsiteX3" fmla="*/ 410673 w 2628430"/>
                  <a:gd name="connsiteY3" fmla="*/ 394122 h 5464715"/>
                  <a:gd name="connsiteX4" fmla="*/ 1186527 w 2628430"/>
                  <a:gd name="connsiteY4" fmla="*/ 6194 h 5464715"/>
                  <a:gd name="connsiteX5" fmla="*/ 2142491 w 2628430"/>
                  <a:gd name="connsiteY5" fmla="*/ 269431 h 5464715"/>
                  <a:gd name="connsiteX6" fmla="*/ 2447291 w 2628430"/>
                  <a:gd name="connsiteY6" fmla="*/ 1599467 h 5464715"/>
                  <a:gd name="connsiteX7" fmla="*/ 1990091 w 2628430"/>
                  <a:gd name="connsiteY7" fmla="*/ 2610849 h 5464715"/>
                  <a:gd name="connsiteX8" fmla="*/ 1809982 w 2628430"/>
                  <a:gd name="connsiteY8" fmla="*/ 3622231 h 5464715"/>
                  <a:gd name="connsiteX9" fmla="*/ 2502709 w 2628430"/>
                  <a:gd name="connsiteY9" fmla="*/ 4508922 h 5464715"/>
                  <a:gd name="connsiteX10" fmla="*/ 2599690 w 2628430"/>
                  <a:gd name="connsiteY10" fmla="*/ 5132377 h 5464715"/>
                  <a:gd name="connsiteX11" fmla="*/ 2170200 w 2628430"/>
                  <a:gd name="connsiteY11" fmla="*/ 5423322 h 5464715"/>
                  <a:gd name="connsiteX12" fmla="*/ 895581 w 2628430"/>
                  <a:gd name="connsiteY12" fmla="*/ 5381759 h 5464715"/>
                  <a:gd name="connsiteX13" fmla="*/ 452236 w 2628430"/>
                  <a:gd name="connsiteY13" fmla="*/ 4744449 h 5464715"/>
                  <a:gd name="connsiteX0" fmla="*/ 281453 w 2457647"/>
                  <a:gd name="connsiteY0" fmla="*/ 4744449 h 5464715"/>
                  <a:gd name="connsiteX1" fmla="*/ 101345 w 2457647"/>
                  <a:gd name="connsiteY1" fmla="*/ 2790958 h 5464715"/>
                  <a:gd name="connsiteX2" fmla="*/ 4363 w 2457647"/>
                  <a:gd name="connsiteY2" fmla="*/ 1211540 h 5464715"/>
                  <a:gd name="connsiteX3" fmla="*/ 239890 w 2457647"/>
                  <a:gd name="connsiteY3" fmla="*/ 394122 h 5464715"/>
                  <a:gd name="connsiteX4" fmla="*/ 1015744 w 2457647"/>
                  <a:gd name="connsiteY4" fmla="*/ 6194 h 5464715"/>
                  <a:gd name="connsiteX5" fmla="*/ 1971708 w 2457647"/>
                  <a:gd name="connsiteY5" fmla="*/ 269431 h 5464715"/>
                  <a:gd name="connsiteX6" fmla="*/ 2276508 w 2457647"/>
                  <a:gd name="connsiteY6" fmla="*/ 1599467 h 5464715"/>
                  <a:gd name="connsiteX7" fmla="*/ 1819308 w 2457647"/>
                  <a:gd name="connsiteY7" fmla="*/ 2610849 h 5464715"/>
                  <a:gd name="connsiteX8" fmla="*/ 1639199 w 2457647"/>
                  <a:gd name="connsiteY8" fmla="*/ 3622231 h 5464715"/>
                  <a:gd name="connsiteX9" fmla="*/ 2331926 w 2457647"/>
                  <a:gd name="connsiteY9" fmla="*/ 4508922 h 5464715"/>
                  <a:gd name="connsiteX10" fmla="*/ 2428907 w 2457647"/>
                  <a:gd name="connsiteY10" fmla="*/ 5132377 h 5464715"/>
                  <a:gd name="connsiteX11" fmla="*/ 1999417 w 2457647"/>
                  <a:gd name="connsiteY11" fmla="*/ 5423322 h 5464715"/>
                  <a:gd name="connsiteX12" fmla="*/ 724798 w 2457647"/>
                  <a:gd name="connsiteY12" fmla="*/ 5381759 h 5464715"/>
                  <a:gd name="connsiteX13" fmla="*/ 281453 w 2457647"/>
                  <a:gd name="connsiteY13" fmla="*/ 4744449 h 5464715"/>
                  <a:gd name="connsiteX0" fmla="*/ 182997 w 2359191"/>
                  <a:gd name="connsiteY0" fmla="*/ 4744449 h 5464715"/>
                  <a:gd name="connsiteX1" fmla="*/ 2889 w 2359191"/>
                  <a:gd name="connsiteY1" fmla="*/ 2790958 h 5464715"/>
                  <a:gd name="connsiteX2" fmla="*/ 141434 w 2359191"/>
                  <a:gd name="connsiteY2" fmla="*/ 394122 h 5464715"/>
                  <a:gd name="connsiteX3" fmla="*/ 917288 w 2359191"/>
                  <a:gd name="connsiteY3" fmla="*/ 6194 h 5464715"/>
                  <a:gd name="connsiteX4" fmla="*/ 1873252 w 2359191"/>
                  <a:gd name="connsiteY4" fmla="*/ 269431 h 5464715"/>
                  <a:gd name="connsiteX5" fmla="*/ 2178052 w 2359191"/>
                  <a:gd name="connsiteY5" fmla="*/ 1599467 h 5464715"/>
                  <a:gd name="connsiteX6" fmla="*/ 1720852 w 2359191"/>
                  <a:gd name="connsiteY6" fmla="*/ 2610849 h 5464715"/>
                  <a:gd name="connsiteX7" fmla="*/ 1540743 w 2359191"/>
                  <a:gd name="connsiteY7" fmla="*/ 3622231 h 5464715"/>
                  <a:gd name="connsiteX8" fmla="*/ 2233470 w 2359191"/>
                  <a:gd name="connsiteY8" fmla="*/ 4508922 h 5464715"/>
                  <a:gd name="connsiteX9" fmla="*/ 2330451 w 2359191"/>
                  <a:gd name="connsiteY9" fmla="*/ 5132377 h 5464715"/>
                  <a:gd name="connsiteX10" fmla="*/ 1900961 w 2359191"/>
                  <a:gd name="connsiteY10" fmla="*/ 5423322 h 5464715"/>
                  <a:gd name="connsiteX11" fmla="*/ 626342 w 2359191"/>
                  <a:gd name="connsiteY11" fmla="*/ 5381759 h 5464715"/>
                  <a:gd name="connsiteX12" fmla="*/ 182997 w 2359191"/>
                  <a:gd name="connsiteY12" fmla="*/ 4744449 h 5464715"/>
                  <a:gd name="connsiteX0" fmla="*/ 180222 w 2356416"/>
                  <a:gd name="connsiteY0" fmla="*/ 4782093 h 5502359"/>
                  <a:gd name="connsiteX1" fmla="*/ 114 w 2356416"/>
                  <a:gd name="connsiteY1" fmla="*/ 2828602 h 5502359"/>
                  <a:gd name="connsiteX2" fmla="*/ 201419 w 2356416"/>
                  <a:gd name="connsiteY2" fmla="*/ 982913 h 5502359"/>
                  <a:gd name="connsiteX3" fmla="*/ 914513 w 2356416"/>
                  <a:gd name="connsiteY3" fmla="*/ 43838 h 5502359"/>
                  <a:gd name="connsiteX4" fmla="*/ 1870477 w 2356416"/>
                  <a:gd name="connsiteY4" fmla="*/ 307075 h 5502359"/>
                  <a:gd name="connsiteX5" fmla="*/ 2175277 w 2356416"/>
                  <a:gd name="connsiteY5" fmla="*/ 1637111 h 5502359"/>
                  <a:gd name="connsiteX6" fmla="*/ 1718077 w 2356416"/>
                  <a:gd name="connsiteY6" fmla="*/ 2648493 h 5502359"/>
                  <a:gd name="connsiteX7" fmla="*/ 1537968 w 2356416"/>
                  <a:gd name="connsiteY7" fmla="*/ 3659875 h 5502359"/>
                  <a:gd name="connsiteX8" fmla="*/ 2230695 w 2356416"/>
                  <a:gd name="connsiteY8" fmla="*/ 4546566 h 5502359"/>
                  <a:gd name="connsiteX9" fmla="*/ 2327676 w 2356416"/>
                  <a:gd name="connsiteY9" fmla="*/ 5170021 h 5502359"/>
                  <a:gd name="connsiteX10" fmla="*/ 1898186 w 2356416"/>
                  <a:gd name="connsiteY10" fmla="*/ 5460966 h 5502359"/>
                  <a:gd name="connsiteX11" fmla="*/ 623567 w 2356416"/>
                  <a:gd name="connsiteY11" fmla="*/ 5419403 h 5502359"/>
                  <a:gd name="connsiteX12" fmla="*/ 180222 w 2356416"/>
                  <a:gd name="connsiteY12" fmla="*/ 4782093 h 55023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356416" h="5502359">
                    <a:moveTo>
                      <a:pt x="180222" y="4782093"/>
                    </a:moveTo>
                    <a:cubicBezTo>
                      <a:pt x="76313" y="4350293"/>
                      <a:pt x="-3419" y="3461799"/>
                      <a:pt x="114" y="2828602"/>
                    </a:cubicBezTo>
                    <a:cubicBezTo>
                      <a:pt x="3647" y="2195405"/>
                      <a:pt x="49019" y="1447040"/>
                      <a:pt x="201419" y="982913"/>
                    </a:cubicBezTo>
                    <a:cubicBezTo>
                      <a:pt x="353819" y="518786"/>
                      <a:pt x="636337" y="156478"/>
                      <a:pt x="914513" y="43838"/>
                    </a:cubicBezTo>
                    <a:cubicBezTo>
                      <a:pt x="1192689" y="-68802"/>
                      <a:pt x="1660350" y="41530"/>
                      <a:pt x="1870477" y="307075"/>
                    </a:cubicBezTo>
                    <a:cubicBezTo>
                      <a:pt x="2080604" y="572620"/>
                      <a:pt x="2200677" y="1246875"/>
                      <a:pt x="2175277" y="1637111"/>
                    </a:cubicBezTo>
                    <a:cubicBezTo>
                      <a:pt x="2149877" y="2027347"/>
                      <a:pt x="1824295" y="2311366"/>
                      <a:pt x="1718077" y="2648493"/>
                    </a:cubicBezTo>
                    <a:cubicBezTo>
                      <a:pt x="1611859" y="2985620"/>
                      <a:pt x="1452532" y="3343530"/>
                      <a:pt x="1537968" y="3659875"/>
                    </a:cubicBezTo>
                    <a:cubicBezTo>
                      <a:pt x="1623404" y="3976221"/>
                      <a:pt x="2099077" y="4294875"/>
                      <a:pt x="2230695" y="4546566"/>
                    </a:cubicBezTo>
                    <a:cubicBezTo>
                      <a:pt x="2362313" y="4798257"/>
                      <a:pt x="2383094" y="5017621"/>
                      <a:pt x="2327676" y="5170021"/>
                    </a:cubicBezTo>
                    <a:cubicBezTo>
                      <a:pt x="2272258" y="5322421"/>
                      <a:pt x="2258404" y="5403239"/>
                      <a:pt x="1898186" y="5460966"/>
                    </a:cubicBezTo>
                    <a:cubicBezTo>
                      <a:pt x="1537968" y="5518693"/>
                      <a:pt x="907585" y="5525621"/>
                      <a:pt x="623567" y="5419403"/>
                    </a:cubicBezTo>
                    <a:cubicBezTo>
                      <a:pt x="339549" y="5313185"/>
                      <a:pt x="284131" y="5213893"/>
                      <a:pt x="180222" y="47820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C938A78-DD00-8AF8-9157-B98D7B25B28E}"/>
                  </a:ext>
                </a:extLst>
              </p:cNvPr>
              <p:cNvSpPr/>
              <p:nvPr/>
            </p:nvSpPr>
            <p:spPr>
              <a:xfrm rot="10800000">
                <a:off x="8747807" y="1008139"/>
                <a:ext cx="609600" cy="89356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5F6F89A-83BB-197E-744B-31A0F60A6132}"/>
                  </a:ext>
                </a:extLst>
              </p:cNvPr>
              <p:cNvSpPr/>
              <p:nvPr/>
            </p:nvSpPr>
            <p:spPr>
              <a:xfrm rot="10800000">
                <a:off x="9519274" y="1213747"/>
                <a:ext cx="274361" cy="54864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A047550C-BC60-F571-B56B-96CB67D049B6}"/>
                  </a:ext>
                </a:extLst>
              </p:cNvPr>
              <p:cNvSpPr/>
              <p:nvPr/>
            </p:nvSpPr>
            <p:spPr>
              <a:xfrm rot="10800000">
                <a:off x="9854512" y="1305187"/>
                <a:ext cx="274361" cy="54864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29E9A4DC-4591-1B40-AEA0-C1326610A6F7}"/>
                  </a:ext>
                </a:extLst>
              </p:cNvPr>
              <p:cNvSpPr/>
              <p:nvPr/>
            </p:nvSpPr>
            <p:spPr>
              <a:xfrm rot="10800000">
                <a:off x="10205073" y="1416688"/>
                <a:ext cx="274361" cy="457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BB63FD16-0444-C11F-35B5-EA590D821F6D}"/>
                  </a:ext>
                </a:extLst>
              </p:cNvPr>
              <p:cNvSpPr/>
              <p:nvPr/>
            </p:nvSpPr>
            <p:spPr>
              <a:xfrm rot="10800000">
                <a:off x="10540311" y="1670947"/>
                <a:ext cx="274361" cy="365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34A6E1A-5569-4D4B-7A95-74C3138C64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9421" y="838200"/>
            <a:ext cx="4761905" cy="4761905"/>
          </a:xfrm>
          <a:prstGeom prst="rect">
            <a:avLst/>
          </a:prstGeom>
        </p:spPr>
      </p:pic>
      <p:grpSp>
        <p:nvGrpSpPr>
          <p:cNvPr id="52" name="Group 51">
            <a:extLst>
              <a:ext uri="{FF2B5EF4-FFF2-40B4-BE49-F238E27FC236}">
                <a16:creationId xmlns:a16="http://schemas.microsoft.com/office/drawing/2014/main" id="{53F90567-F148-05E5-48B5-039211FE1738}"/>
              </a:ext>
            </a:extLst>
          </p:cNvPr>
          <p:cNvGrpSpPr/>
          <p:nvPr/>
        </p:nvGrpSpPr>
        <p:grpSpPr>
          <a:xfrm>
            <a:off x="1221109" y="953701"/>
            <a:ext cx="1258936" cy="554719"/>
            <a:chOff x="1221109" y="953701"/>
            <a:chExt cx="1258936" cy="55471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83522D8-5F58-AA62-A448-82C22FC5D464}"/>
                </a:ext>
              </a:extLst>
            </p:cNvPr>
            <p:cNvSpPr txBox="1"/>
            <p:nvPr/>
          </p:nvSpPr>
          <p:spPr>
            <a:xfrm rot="21405905">
              <a:off x="1221109" y="953701"/>
              <a:ext cx="957283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look </a:t>
              </a:r>
              <a:r>
                <a:rPr lang="en-GB" sz="2400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Once</a:t>
              </a:r>
              <a:endParaRPr lang="en-IN" sz="1200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9EA3937-9165-83C7-769F-7E3DD5ECD9B3}"/>
                </a:ext>
              </a:extLst>
            </p:cNvPr>
            <p:cNvSpPr txBox="1"/>
            <p:nvPr/>
          </p:nvSpPr>
          <p:spPr>
            <a:xfrm rot="182339">
              <a:off x="1533641" y="1200643"/>
              <a:ext cx="94640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dirty="0">
                  <a:solidFill>
                    <a:schemeClr val="accent6">
                      <a:lumMod val="75000"/>
                    </a:schemeClr>
                  </a:solidFill>
                </a:rPr>
                <a:t>listen </a:t>
              </a:r>
              <a:r>
                <a:rPr lang="en-GB" sz="2000" dirty="0">
                  <a:solidFill>
                    <a:schemeClr val="accent6">
                      <a:lumMod val="75000"/>
                    </a:schemeClr>
                  </a:solidFill>
                </a:rPr>
                <a:t>Again</a:t>
              </a:r>
              <a:endParaRPr lang="en-IN" sz="120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A0C354E-436C-ED8B-9621-5A33768077C5}"/>
                </a:ext>
              </a:extLst>
            </p:cNvPr>
            <p:cNvGrpSpPr>
              <a:grpSpLocks noChangeAspect="1"/>
            </p:cNvGrpSpPr>
            <p:nvPr/>
          </p:nvGrpSpPr>
          <p:grpSpPr>
            <a:xfrm rot="3496093">
              <a:off x="2261630" y="1014836"/>
              <a:ext cx="94685" cy="216000"/>
              <a:chOff x="8024239" y="1985356"/>
              <a:chExt cx="2141775" cy="4911414"/>
            </a:xfrm>
          </p:grpSpPr>
          <p:sp>
            <p:nvSpPr>
              <p:cNvPr id="36" name="Freeform 5">
                <a:extLst>
                  <a:ext uri="{FF2B5EF4-FFF2-40B4-BE49-F238E27FC236}">
                    <a16:creationId xmlns:a16="http://schemas.microsoft.com/office/drawing/2014/main" id="{75D6A5E6-CDE7-0C9F-C35D-DF4DBB0B8ADB}"/>
                  </a:ext>
                </a:extLst>
              </p:cNvPr>
              <p:cNvSpPr/>
              <p:nvPr/>
            </p:nvSpPr>
            <p:spPr>
              <a:xfrm rot="10626065" flipH="1">
                <a:off x="8024239" y="2973626"/>
                <a:ext cx="2141775" cy="3923144"/>
              </a:xfrm>
              <a:custGeom>
                <a:avLst/>
                <a:gdLst>
                  <a:gd name="connsiteX0" fmla="*/ 452236 w 2914469"/>
                  <a:gd name="connsiteY0" fmla="*/ 4744449 h 5470974"/>
                  <a:gd name="connsiteX1" fmla="*/ 8891 w 2914469"/>
                  <a:gd name="connsiteY1" fmla="*/ 2749394 h 5470974"/>
                  <a:gd name="connsiteX2" fmla="*/ 175146 w 2914469"/>
                  <a:gd name="connsiteY2" fmla="*/ 1211540 h 5470974"/>
                  <a:gd name="connsiteX3" fmla="*/ 410673 w 2914469"/>
                  <a:gd name="connsiteY3" fmla="*/ 394122 h 5470974"/>
                  <a:gd name="connsiteX4" fmla="*/ 1186527 w 2914469"/>
                  <a:gd name="connsiteY4" fmla="*/ 6194 h 5470974"/>
                  <a:gd name="connsiteX5" fmla="*/ 2142491 w 2914469"/>
                  <a:gd name="connsiteY5" fmla="*/ 269431 h 5470974"/>
                  <a:gd name="connsiteX6" fmla="*/ 2447291 w 2914469"/>
                  <a:gd name="connsiteY6" fmla="*/ 1599467 h 5470974"/>
                  <a:gd name="connsiteX7" fmla="*/ 1990091 w 2914469"/>
                  <a:gd name="connsiteY7" fmla="*/ 2610849 h 5470974"/>
                  <a:gd name="connsiteX8" fmla="*/ 1809982 w 2914469"/>
                  <a:gd name="connsiteY8" fmla="*/ 3622231 h 5470974"/>
                  <a:gd name="connsiteX9" fmla="*/ 2655109 w 2914469"/>
                  <a:gd name="connsiteY9" fmla="*/ 4522776 h 5470974"/>
                  <a:gd name="connsiteX10" fmla="*/ 2890636 w 2914469"/>
                  <a:gd name="connsiteY10" fmla="*/ 5049249 h 5470974"/>
                  <a:gd name="connsiteX11" fmla="*/ 2170200 w 2914469"/>
                  <a:gd name="connsiteY11" fmla="*/ 5423322 h 5470974"/>
                  <a:gd name="connsiteX12" fmla="*/ 729327 w 2914469"/>
                  <a:gd name="connsiteY12" fmla="*/ 5395613 h 5470974"/>
                  <a:gd name="connsiteX13" fmla="*/ 452236 w 2914469"/>
                  <a:gd name="connsiteY13" fmla="*/ 4744449 h 5470974"/>
                  <a:gd name="connsiteX0" fmla="*/ 452236 w 2733397"/>
                  <a:gd name="connsiteY0" fmla="*/ 4744449 h 5470974"/>
                  <a:gd name="connsiteX1" fmla="*/ 8891 w 2733397"/>
                  <a:gd name="connsiteY1" fmla="*/ 2749394 h 5470974"/>
                  <a:gd name="connsiteX2" fmla="*/ 175146 w 2733397"/>
                  <a:gd name="connsiteY2" fmla="*/ 1211540 h 5470974"/>
                  <a:gd name="connsiteX3" fmla="*/ 410673 w 2733397"/>
                  <a:gd name="connsiteY3" fmla="*/ 394122 h 5470974"/>
                  <a:gd name="connsiteX4" fmla="*/ 1186527 w 2733397"/>
                  <a:gd name="connsiteY4" fmla="*/ 6194 h 5470974"/>
                  <a:gd name="connsiteX5" fmla="*/ 2142491 w 2733397"/>
                  <a:gd name="connsiteY5" fmla="*/ 269431 h 5470974"/>
                  <a:gd name="connsiteX6" fmla="*/ 2447291 w 2733397"/>
                  <a:gd name="connsiteY6" fmla="*/ 1599467 h 5470974"/>
                  <a:gd name="connsiteX7" fmla="*/ 1990091 w 2733397"/>
                  <a:gd name="connsiteY7" fmla="*/ 2610849 h 5470974"/>
                  <a:gd name="connsiteX8" fmla="*/ 1809982 w 2733397"/>
                  <a:gd name="connsiteY8" fmla="*/ 3622231 h 5470974"/>
                  <a:gd name="connsiteX9" fmla="*/ 2655109 w 2733397"/>
                  <a:gd name="connsiteY9" fmla="*/ 4522776 h 5470974"/>
                  <a:gd name="connsiteX10" fmla="*/ 2641254 w 2733397"/>
                  <a:gd name="connsiteY10" fmla="*/ 5146231 h 5470974"/>
                  <a:gd name="connsiteX11" fmla="*/ 2170200 w 2733397"/>
                  <a:gd name="connsiteY11" fmla="*/ 5423322 h 5470974"/>
                  <a:gd name="connsiteX12" fmla="*/ 729327 w 2733397"/>
                  <a:gd name="connsiteY12" fmla="*/ 5395613 h 5470974"/>
                  <a:gd name="connsiteX13" fmla="*/ 452236 w 2733397"/>
                  <a:gd name="connsiteY13" fmla="*/ 4744449 h 5470974"/>
                  <a:gd name="connsiteX0" fmla="*/ 452236 w 2662490"/>
                  <a:gd name="connsiteY0" fmla="*/ 4744449 h 5470974"/>
                  <a:gd name="connsiteX1" fmla="*/ 8891 w 2662490"/>
                  <a:gd name="connsiteY1" fmla="*/ 2749394 h 5470974"/>
                  <a:gd name="connsiteX2" fmla="*/ 175146 w 2662490"/>
                  <a:gd name="connsiteY2" fmla="*/ 1211540 h 5470974"/>
                  <a:gd name="connsiteX3" fmla="*/ 410673 w 2662490"/>
                  <a:gd name="connsiteY3" fmla="*/ 394122 h 5470974"/>
                  <a:gd name="connsiteX4" fmla="*/ 1186527 w 2662490"/>
                  <a:gd name="connsiteY4" fmla="*/ 6194 h 5470974"/>
                  <a:gd name="connsiteX5" fmla="*/ 2142491 w 2662490"/>
                  <a:gd name="connsiteY5" fmla="*/ 269431 h 5470974"/>
                  <a:gd name="connsiteX6" fmla="*/ 2447291 w 2662490"/>
                  <a:gd name="connsiteY6" fmla="*/ 1599467 h 5470974"/>
                  <a:gd name="connsiteX7" fmla="*/ 1990091 w 2662490"/>
                  <a:gd name="connsiteY7" fmla="*/ 2610849 h 5470974"/>
                  <a:gd name="connsiteX8" fmla="*/ 1809982 w 2662490"/>
                  <a:gd name="connsiteY8" fmla="*/ 3622231 h 5470974"/>
                  <a:gd name="connsiteX9" fmla="*/ 2502709 w 2662490"/>
                  <a:gd name="connsiteY9" fmla="*/ 4508922 h 5470974"/>
                  <a:gd name="connsiteX10" fmla="*/ 2641254 w 2662490"/>
                  <a:gd name="connsiteY10" fmla="*/ 5146231 h 5470974"/>
                  <a:gd name="connsiteX11" fmla="*/ 2170200 w 2662490"/>
                  <a:gd name="connsiteY11" fmla="*/ 5423322 h 5470974"/>
                  <a:gd name="connsiteX12" fmla="*/ 729327 w 2662490"/>
                  <a:gd name="connsiteY12" fmla="*/ 5395613 h 5470974"/>
                  <a:gd name="connsiteX13" fmla="*/ 452236 w 2662490"/>
                  <a:gd name="connsiteY13" fmla="*/ 4744449 h 5470974"/>
                  <a:gd name="connsiteX0" fmla="*/ 452236 w 2628430"/>
                  <a:gd name="connsiteY0" fmla="*/ 4744449 h 5470974"/>
                  <a:gd name="connsiteX1" fmla="*/ 8891 w 2628430"/>
                  <a:gd name="connsiteY1" fmla="*/ 2749394 h 5470974"/>
                  <a:gd name="connsiteX2" fmla="*/ 175146 w 2628430"/>
                  <a:gd name="connsiteY2" fmla="*/ 1211540 h 5470974"/>
                  <a:gd name="connsiteX3" fmla="*/ 410673 w 2628430"/>
                  <a:gd name="connsiteY3" fmla="*/ 394122 h 5470974"/>
                  <a:gd name="connsiteX4" fmla="*/ 1186527 w 2628430"/>
                  <a:gd name="connsiteY4" fmla="*/ 6194 h 5470974"/>
                  <a:gd name="connsiteX5" fmla="*/ 2142491 w 2628430"/>
                  <a:gd name="connsiteY5" fmla="*/ 269431 h 5470974"/>
                  <a:gd name="connsiteX6" fmla="*/ 2447291 w 2628430"/>
                  <a:gd name="connsiteY6" fmla="*/ 1599467 h 5470974"/>
                  <a:gd name="connsiteX7" fmla="*/ 1990091 w 2628430"/>
                  <a:gd name="connsiteY7" fmla="*/ 2610849 h 5470974"/>
                  <a:gd name="connsiteX8" fmla="*/ 1809982 w 2628430"/>
                  <a:gd name="connsiteY8" fmla="*/ 3622231 h 5470974"/>
                  <a:gd name="connsiteX9" fmla="*/ 2502709 w 2628430"/>
                  <a:gd name="connsiteY9" fmla="*/ 4508922 h 5470974"/>
                  <a:gd name="connsiteX10" fmla="*/ 2599690 w 2628430"/>
                  <a:gd name="connsiteY10" fmla="*/ 5132377 h 5470974"/>
                  <a:gd name="connsiteX11" fmla="*/ 2170200 w 2628430"/>
                  <a:gd name="connsiteY11" fmla="*/ 5423322 h 5470974"/>
                  <a:gd name="connsiteX12" fmla="*/ 729327 w 2628430"/>
                  <a:gd name="connsiteY12" fmla="*/ 5395613 h 5470974"/>
                  <a:gd name="connsiteX13" fmla="*/ 452236 w 2628430"/>
                  <a:gd name="connsiteY13" fmla="*/ 4744449 h 5470974"/>
                  <a:gd name="connsiteX0" fmla="*/ 452236 w 2628430"/>
                  <a:gd name="connsiteY0" fmla="*/ 4744449 h 5464715"/>
                  <a:gd name="connsiteX1" fmla="*/ 8891 w 2628430"/>
                  <a:gd name="connsiteY1" fmla="*/ 2749394 h 5464715"/>
                  <a:gd name="connsiteX2" fmla="*/ 175146 w 2628430"/>
                  <a:gd name="connsiteY2" fmla="*/ 1211540 h 5464715"/>
                  <a:gd name="connsiteX3" fmla="*/ 410673 w 2628430"/>
                  <a:gd name="connsiteY3" fmla="*/ 394122 h 5464715"/>
                  <a:gd name="connsiteX4" fmla="*/ 1186527 w 2628430"/>
                  <a:gd name="connsiteY4" fmla="*/ 6194 h 5464715"/>
                  <a:gd name="connsiteX5" fmla="*/ 2142491 w 2628430"/>
                  <a:gd name="connsiteY5" fmla="*/ 269431 h 5464715"/>
                  <a:gd name="connsiteX6" fmla="*/ 2447291 w 2628430"/>
                  <a:gd name="connsiteY6" fmla="*/ 1599467 h 5464715"/>
                  <a:gd name="connsiteX7" fmla="*/ 1990091 w 2628430"/>
                  <a:gd name="connsiteY7" fmla="*/ 2610849 h 5464715"/>
                  <a:gd name="connsiteX8" fmla="*/ 1809982 w 2628430"/>
                  <a:gd name="connsiteY8" fmla="*/ 3622231 h 5464715"/>
                  <a:gd name="connsiteX9" fmla="*/ 2502709 w 2628430"/>
                  <a:gd name="connsiteY9" fmla="*/ 4508922 h 5464715"/>
                  <a:gd name="connsiteX10" fmla="*/ 2599690 w 2628430"/>
                  <a:gd name="connsiteY10" fmla="*/ 5132377 h 5464715"/>
                  <a:gd name="connsiteX11" fmla="*/ 2170200 w 2628430"/>
                  <a:gd name="connsiteY11" fmla="*/ 5423322 h 5464715"/>
                  <a:gd name="connsiteX12" fmla="*/ 895581 w 2628430"/>
                  <a:gd name="connsiteY12" fmla="*/ 5381759 h 5464715"/>
                  <a:gd name="connsiteX13" fmla="*/ 452236 w 2628430"/>
                  <a:gd name="connsiteY13" fmla="*/ 4744449 h 5464715"/>
                  <a:gd name="connsiteX0" fmla="*/ 281453 w 2457647"/>
                  <a:gd name="connsiteY0" fmla="*/ 4744449 h 5464715"/>
                  <a:gd name="connsiteX1" fmla="*/ 101345 w 2457647"/>
                  <a:gd name="connsiteY1" fmla="*/ 2790958 h 5464715"/>
                  <a:gd name="connsiteX2" fmla="*/ 4363 w 2457647"/>
                  <a:gd name="connsiteY2" fmla="*/ 1211540 h 5464715"/>
                  <a:gd name="connsiteX3" fmla="*/ 239890 w 2457647"/>
                  <a:gd name="connsiteY3" fmla="*/ 394122 h 5464715"/>
                  <a:gd name="connsiteX4" fmla="*/ 1015744 w 2457647"/>
                  <a:gd name="connsiteY4" fmla="*/ 6194 h 5464715"/>
                  <a:gd name="connsiteX5" fmla="*/ 1971708 w 2457647"/>
                  <a:gd name="connsiteY5" fmla="*/ 269431 h 5464715"/>
                  <a:gd name="connsiteX6" fmla="*/ 2276508 w 2457647"/>
                  <a:gd name="connsiteY6" fmla="*/ 1599467 h 5464715"/>
                  <a:gd name="connsiteX7" fmla="*/ 1819308 w 2457647"/>
                  <a:gd name="connsiteY7" fmla="*/ 2610849 h 5464715"/>
                  <a:gd name="connsiteX8" fmla="*/ 1639199 w 2457647"/>
                  <a:gd name="connsiteY8" fmla="*/ 3622231 h 5464715"/>
                  <a:gd name="connsiteX9" fmla="*/ 2331926 w 2457647"/>
                  <a:gd name="connsiteY9" fmla="*/ 4508922 h 5464715"/>
                  <a:gd name="connsiteX10" fmla="*/ 2428907 w 2457647"/>
                  <a:gd name="connsiteY10" fmla="*/ 5132377 h 5464715"/>
                  <a:gd name="connsiteX11" fmla="*/ 1999417 w 2457647"/>
                  <a:gd name="connsiteY11" fmla="*/ 5423322 h 5464715"/>
                  <a:gd name="connsiteX12" fmla="*/ 724798 w 2457647"/>
                  <a:gd name="connsiteY12" fmla="*/ 5381759 h 5464715"/>
                  <a:gd name="connsiteX13" fmla="*/ 281453 w 2457647"/>
                  <a:gd name="connsiteY13" fmla="*/ 4744449 h 5464715"/>
                  <a:gd name="connsiteX0" fmla="*/ 182997 w 2359191"/>
                  <a:gd name="connsiteY0" fmla="*/ 4744449 h 5464715"/>
                  <a:gd name="connsiteX1" fmla="*/ 2889 w 2359191"/>
                  <a:gd name="connsiteY1" fmla="*/ 2790958 h 5464715"/>
                  <a:gd name="connsiteX2" fmla="*/ 141434 w 2359191"/>
                  <a:gd name="connsiteY2" fmla="*/ 394122 h 5464715"/>
                  <a:gd name="connsiteX3" fmla="*/ 917288 w 2359191"/>
                  <a:gd name="connsiteY3" fmla="*/ 6194 h 5464715"/>
                  <a:gd name="connsiteX4" fmla="*/ 1873252 w 2359191"/>
                  <a:gd name="connsiteY4" fmla="*/ 269431 h 5464715"/>
                  <a:gd name="connsiteX5" fmla="*/ 2178052 w 2359191"/>
                  <a:gd name="connsiteY5" fmla="*/ 1599467 h 5464715"/>
                  <a:gd name="connsiteX6" fmla="*/ 1720852 w 2359191"/>
                  <a:gd name="connsiteY6" fmla="*/ 2610849 h 5464715"/>
                  <a:gd name="connsiteX7" fmla="*/ 1540743 w 2359191"/>
                  <a:gd name="connsiteY7" fmla="*/ 3622231 h 5464715"/>
                  <a:gd name="connsiteX8" fmla="*/ 2233470 w 2359191"/>
                  <a:gd name="connsiteY8" fmla="*/ 4508922 h 5464715"/>
                  <a:gd name="connsiteX9" fmla="*/ 2330451 w 2359191"/>
                  <a:gd name="connsiteY9" fmla="*/ 5132377 h 5464715"/>
                  <a:gd name="connsiteX10" fmla="*/ 1900961 w 2359191"/>
                  <a:gd name="connsiteY10" fmla="*/ 5423322 h 5464715"/>
                  <a:gd name="connsiteX11" fmla="*/ 626342 w 2359191"/>
                  <a:gd name="connsiteY11" fmla="*/ 5381759 h 5464715"/>
                  <a:gd name="connsiteX12" fmla="*/ 182997 w 2359191"/>
                  <a:gd name="connsiteY12" fmla="*/ 4744449 h 5464715"/>
                  <a:gd name="connsiteX0" fmla="*/ 180110 w 2356304"/>
                  <a:gd name="connsiteY0" fmla="*/ 4785805 h 5506071"/>
                  <a:gd name="connsiteX1" fmla="*/ 2 w 2356304"/>
                  <a:gd name="connsiteY1" fmla="*/ 2832314 h 5506071"/>
                  <a:gd name="connsiteX2" fmla="*/ 182207 w 2356304"/>
                  <a:gd name="connsiteY2" fmla="*/ 1038518 h 5506071"/>
                  <a:gd name="connsiteX3" fmla="*/ 914401 w 2356304"/>
                  <a:gd name="connsiteY3" fmla="*/ 47550 h 5506071"/>
                  <a:gd name="connsiteX4" fmla="*/ 1870365 w 2356304"/>
                  <a:gd name="connsiteY4" fmla="*/ 310787 h 5506071"/>
                  <a:gd name="connsiteX5" fmla="*/ 2175165 w 2356304"/>
                  <a:gd name="connsiteY5" fmla="*/ 1640823 h 5506071"/>
                  <a:gd name="connsiteX6" fmla="*/ 1717965 w 2356304"/>
                  <a:gd name="connsiteY6" fmla="*/ 2652205 h 5506071"/>
                  <a:gd name="connsiteX7" fmla="*/ 1537856 w 2356304"/>
                  <a:gd name="connsiteY7" fmla="*/ 3663587 h 5506071"/>
                  <a:gd name="connsiteX8" fmla="*/ 2230583 w 2356304"/>
                  <a:gd name="connsiteY8" fmla="*/ 4550278 h 5506071"/>
                  <a:gd name="connsiteX9" fmla="*/ 2327564 w 2356304"/>
                  <a:gd name="connsiteY9" fmla="*/ 5173733 h 5506071"/>
                  <a:gd name="connsiteX10" fmla="*/ 1898074 w 2356304"/>
                  <a:gd name="connsiteY10" fmla="*/ 5464678 h 5506071"/>
                  <a:gd name="connsiteX11" fmla="*/ 623455 w 2356304"/>
                  <a:gd name="connsiteY11" fmla="*/ 5423115 h 5506071"/>
                  <a:gd name="connsiteX12" fmla="*/ 180110 w 2356304"/>
                  <a:gd name="connsiteY12" fmla="*/ 4785805 h 5506071"/>
                  <a:gd name="connsiteX0" fmla="*/ 181079 w 2357273"/>
                  <a:gd name="connsiteY0" fmla="*/ 4796399 h 5516665"/>
                  <a:gd name="connsiteX1" fmla="*/ 971 w 2357273"/>
                  <a:gd name="connsiteY1" fmla="*/ 2842908 h 5516665"/>
                  <a:gd name="connsiteX2" fmla="*/ 248289 w 2357273"/>
                  <a:gd name="connsiteY2" fmla="*/ 1196366 h 5516665"/>
                  <a:gd name="connsiteX3" fmla="*/ 915370 w 2357273"/>
                  <a:gd name="connsiteY3" fmla="*/ 58144 h 5516665"/>
                  <a:gd name="connsiteX4" fmla="*/ 1871334 w 2357273"/>
                  <a:gd name="connsiteY4" fmla="*/ 321381 h 5516665"/>
                  <a:gd name="connsiteX5" fmla="*/ 2176134 w 2357273"/>
                  <a:gd name="connsiteY5" fmla="*/ 1651417 h 5516665"/>
                  <a:gd name="connsiteX6" fmla="*/ 1718934 w 2357273"/>
                  <a:gd name="connsiteY6" fmla="*/ 2662799 h 5516665"/>
                  <a:gd name="connsiteX7" fmla="*/ 1538825 w 2357273"/>
                  <a:gd name="connsiteY7" fmla="*/ 3674181 h 5516665"/>
                  <a:gd name="connsiteX8" fmla="*/ 2231552 w 2357273"/>
                  <a:gd name="connsiteY8" fmla="*/ 4560872 h 5516665"/>
                  <a:gd name="connsiteX9" fmla="*/ 2328533 w 2357273"/>
                  <a:gd name="connsiteY9" fmla="*/ 5184327 h 5516665"/>
                  <a:gd name="connsiteX10" fmla="*/ 1899043 w 2357273"/>
                  <a:gd name="connsiteY10" fmla="*/ 5475272 h 5516665"/>
                  <a:gd name="connsiteX11" fmla="*/ 624424 w 2357273"/>
                  <a:gd name="connsiteY11" fmla="*/ 5433709 h 5516665"/>
                  <a:gd name="connsiteX12" fmla="*/ 181079 w 2357273"/>
                  <a:gd name="connsiteY12" fmla="*/ 4796399 h 551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357273" h="5516665">
                    <a:moveTo>
                      <a:pt x="181079" y="4796399"/>
                    </a:moveTo>
                    <a:cubicBezTo>
                      <a:pt x="77170" y="4364599"/>
                      <a:pt x="-10231" y="3442913"/>
                      <a:pt x="971" y="2842908"/>
                    </a:cubicBezTo>
                    <a:cubicBezTo>
                      <a:pt x="12173" y="2242903"/>
                      <a:pt x="95889" y="1660493"/>
                      <a:pt x="248289" y="1196366"/>
                    </a:cubicBezTo>
                    <a:cubicBezTo>
                      <a:pt x="400689" y="732239"/>
                      <a:pt x="644863" y="203975"/>
                      <a:pt x="915370" y="58144"/>
                    </a:cubicBezTo>
                    <a:cubicBezTo>
                      <a:pt x="1185878" y="-87687"/>
                      <a:pt x="1661207" y="55836"/>
                      <a:pt x="1871334" y="321381"/>
                    </a:cubicBezTo>
                    <a:cubicBezTo>
                      <a:pt x="2081461" y="586926"/>
                      <a:pt x="2201534" y="1261181"/>
                      <a:pt x="2176134" y="1651417"/>
                    </a:cubicBezTo>
                    <a:cubicBezTo>
                      <a:pt x="2150734" y="2041653"/>
                      <a:pt x="1825152" y="2325672"/>
                      <a:pt x="1718934" y="2662799"/>
                    </a:cubicBezTo>
                    <a:cubicBezTo>
                      <a:pt x="1612716" y="2999926"/>
                      <a:pt x="1453389" y="3357836"/>
                      <a:pt x="1538825" y="3674181"/>
                    </a:cubicBezTo>
                    <a:cubicBezTo>
                      <a:pt x="1624261" y="3990527"/>
                      <a:pt x="2099934" y="4309181"/>
                      <a:pt x="2231552" y="4560872"/>
                    </a:cubicBezTo>
                    <a:cubicBezTo>
                      <a:pt x="2363170" y="4812563"/>
                      <a:pt x="2383951" y="5031927"/>
                      <a:pt x="2328533" y="5184327"/>
                    </a:cubicBezTo>
                    <a:cubicBezTo>
                      <a:pt x="2273115" y="5336727"/>
                      <a:pt x="2259261" y="5417545"/>
                      <a:pt x="1899043" y="5475272"/>
                    </a:cubicBezTo>
                    <a:cubicBezTo>
                      <a:pt x="1538825" y="5532999"/>
                      <a:pt x="908442" y="5539927"/>
                      <a:pt x="624424" y="5433709"/>
                    </a:cubicBezTo>
                    <a:cubicBezTo>
                      <a:pt x="340406" y="5327491"/>
                      <a:pt x="284988" y="5228199"/>
                      <a:pt x="181079" y="479639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93F50615-BDBE-FDCB-6F80-6116E73DCA25}"/>
                  </a:ext>
                </a:extLst>
              </p:cNvPr>
              <p:cNvSpPr/>
              <p:nvPr/>
            </p:nvSpPr>
            <p:spPr>
              <a:xfrm rot="10800000">
                <a:off x="9506781" y="1985356"/>
                <a:ext cx="609600" cy="89356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F714CF5A-C7AF-82B5-27DC-64DFC71D92BC}"/>
                  </a:ext>
                </a:extLst>
              </p:cNvPr>
              <p:cNvSpPr/>
              <p:nvPr/>
            </p:nvSpPr>
            <p:spPr>
              <a:xfrm rot="10800000">
                <a:off x="9107731" y="2190964"/>
                <a:ext cx="274361" cy="54864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1889706A-F6B4-AD30-729B-2C0E3900BE3B}"/>
                  </a:ext>
                </a:extLst>
              </p:cNvPr>
              <p:cNvSpPr/>
              <p:nvPr/>
            </p:nvSpPr>
            <p:spPr>
              <a:xfrm rot="10800000">
                <a:off x="8741529" y="2282404"/>
                <a:ext cx="274361" cy="54864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BCF7A22A-333C-BBC8-C99A-EB2A675D7881}"/>
                  </a:ext>
                </a:extLst>
              </p:cNvPr>
              <p:cNvSpPr/>
              <p:nvPr/>
            </p:nvSpPr>
            <p:spPr>
              <a:xfrm rot="10800000">
                <a:off x="8392434" y="2393906"/>
                <a:ext cx="274361" cy="457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ABA926F2-4A05-89D4-D0BA-F891CF6510AD}"/>
                  </a:ext>
                </a:extLst>
              </p:cNvPr>
              <p:cNvSpPr/>
              <p:nvPr/>
            </p:nvSpPr>
            <p:spPr>
              <a:xfrm rot="10800000">
                <a:off x="8040832" y="2648164"/>
                <a:ext cx="274361" cy="365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BEBEF142-91F1-F166-3DEF-2AA80489EB83}"/>
                </a:ext>
              </a:extLst>
            </p:cNvPr>
            <p:cNvGrpSpPr>
              <a:grpSpLocks noChangeAspect="1"/>
            </p:cNvGrpSpPr>
            <p:nvPr/>
          </p:nvGrpSpPr>
          <p:grpSpPr>
            <a:xfrm rot="3426957">
              <a:off x="1320500" y="1317672"/>
              <a:ext cx="94579" cy="216000"/>
              <a:chOff x="8668623" y="1008139"/>
              <a:chExt cx="2146049" cy="4901076"/>
            </a:xfrm>
          </p:grpSpPr>
          <p:sp>
            <p:nvSpPr>
              <p:cNvPr id="43" name="Freeform 4">
                <a:extLst>
                  <a:ext uri="{FF2B5EF4-FFF2-40B4-BE49-F238E27FC236}">
                    <a16:creationId xmlns:a16="http://schemas.microsoft.com/office/drawing/2014/main" id="{103983A6-DDEC-89AD-4D2C-DB31154A46B0}"/>
                  </a:ext>
                </a:extLst>
              </p:cNvPr>
              <p:cNvSpPr/>
              <p:nvPr/>
            </p:nvSpPr>
            <p:spPr>
              <a:xfrm rot="10984993">
                <a:off x="8668623" y="1996245"/>
                <a:ext cx="2140997" cy="3912970"/>
              </a:xfrm>
              <a:custGeom>
                <a:avLst/>
                <a:gdLst>
                  <a:gd name="connsiteX0" fmla="*/ 452236 w 2914469"/>
                  <a:gd name="connsiteY0" fmla="*/ 4744449 h 5470974"/>
                  <a:gd name="connsiteX1" fmla="*/ 8891 w 2914469"/>
                  <a:gd name="connsiteY1" fmla="*/ 2749394 h 5470974"/>
                  <a:gd name="connsiteX2" fmla="*/ 175146 w 2914469"/>
                  <a:gd name="connsiteY2" fmla="*/ 1211540 h 5470974"/>
                  <a:gd name="connsiteX3" fmla="*/ 410673 w 2914469"/>
                  <a:gd name="connsiteY3" fmla="*/ 394122 h 5470974"/>
                  <a:gd name="connsiteX4" fmla="*/ 1186527 w 2914469"/>
                  <a:gd name="connsiteY4" fmla="*/ 6194 h 5470974"/>
                  <a:gd name="connsiteX5" fmla="*/ 2142491 w 2914469"/>
                  <a:gd name="connsiteY5" fmla="*/ 269431 h 5470974"/>
                  <a:gd name="connsiteX6" fmla="*/ 2447291 w 2914469"/>
                  <a:gd name="connsiteY6" fmla="*/ 1599467 h 5470974"/>
                  <a:gd name="connsiteX7" fmla="*/ 1990091 w 2914469"/>
                  <a:gd name="connsiteY7" fmla="*/ 2610849 h 5470974"/>
                  <a:gd name="connsiteX8" fmla="*/ 1809982 w 2914469"/>
                  <a:gd name="connsiteY8" fmla="*/ 3622231 h 5470974"/>
                  <a:gd name="connsiteX9" fmla="*/ 2655109 w 2914469"/>
                  <a:gd name="connsiteY9" fmla="*/ 4522776 h 5470974"/>
                  <a:gd name="connsiteX10" fmla="*/ 2890636 w 2914469"/>
                  <a:gd name="connsiteY10" fmla="*/ 5049249 h 5470974"/>
                  <a:gd name="connsiteX11" fmla="*/ 2170200 w 2914469"/>
                  <a:gd name="connsiteY11" fmla="*/ 5423322 h 5470974"/>
                  <a:gd name="connsiteX12" fmla="*/ 729327 w 2914469"/>
                  <a:gd name="connsiteY12" fmla="*/ 5395613 h 5470974"/>
                  <a:gd name="connsiteX13" fmla="*/ 452236 w 2914469"/>
                  <a:gd name="connsiteY13" fmla="*/ 4744449 h 5470974"/>
                  <a:gd name="connsiteX0" fmla="*/ 452236 w 2733397"/>
                  <a:gd name="connsiteY0" fmla="*/ 4744449 h 5470974"/>
                  <a:gd name="connsiteX1" fmla="*/ 8891 w 2733397"/>
                  <a:gd name="connsiteY1" fmla="*/ 2749394 h 5470974"/>
                  <a:gd name="connsiteX2" fmla="*/ 175146 w 2733397"/>
                  <a:gd name="connsiteY2" fmla="*/ 1211540 h 5470974"/>
                  <a:gd name="connsiteX3" fmla="*/ 410673 w 2733397"/>
                  <a:gd name="connsiteY3" fmla="*/ 394122 h 5470974"/>
                  <a:gd name="connsiteX4" fmla="*/ 1186527 w 2733397"/>
                  <a:gd name="connsiteY4" fmla="*/ 6194 h 5470974"/>
                  <a:gd name="connsiteX5" fmla="*/ 2142491 w 2733397"/>
                  <a:gd name="connsiteY5" fmla="*/ 269431 h 5470974"/>
                  <a:gd name="connsiteX6" fmla="*/ 2447291 w 2733397"/>
                  <a:gd name="connsiteY6" fmla="*/ 1599467 h 5470974"/>
                  <a:gd name="connsiteX7" fmla="*/ 1990091 w 2733397"/>
                  <a:gd name="connsiteY7" fmla="*/ 2610849 h 5470974"/>
                  <a:gd name="connsiteX8" fmla="*/ 1809982 w 2733397"/>
                  <a:gd name="connsiteY8" fmla="*/ 3622231 h 5470974"/>
                  <a:gd name="connsiteX9" fmla="*/ 2655109 w 2733397"/>
                  <a:gd name="connsiteY9" fmla="*/ 4522776 h 5470974"/>
                  <a:gd name="connsiteX10" fmla="*/ 2641254 w 2733397"/>
                  <a:gd name="connsiteY10" fmla="*/ 5146231 h 5470974"/>
                  <a:gd name="connsiteX11" fmla="*/ 2170200 w 2733397"/>
                  <a:gd name="connsiteY11" fmla="*/ 5423322 h 5470974"/>
                  <a:gd name="connsiteX12" fmla="*/ 729327 w 2733397"/>
                  <a:gd name="connsiteY12" fmla="*/ 5395613 h 5470974"/>
                  <a:gd name="connsiteX13" fmla="*/ 452236 w 2733397"/>
                  <a:gd name="connsiteY13" fmla="*/ 4744449 h 5470974"/>
                  <a:gd name="connsiteX0" fmla="*/ 452236 w 2662490"/>
                  <a:gd name="connsiteY0" fmla="*/ 4744449 h 5470974"/>
                  <a:gd name="connsiteX1" fmla="*/ 8891 w 2662490"/>
                  <a:gd name="connsiteY1" fmla="*/ 2749394 h 5470974"/>
                  <a:gd name="connsiteX2" fmla="*/ 175146 w 2662490"/>
                  <a:gd name="connsiteY2" fmla="*/ 1211540 h 5470974"/>
                  <a:gd name="connsiteX3" fmla="*/ 410673 w 2662490"/>
                  <a:gd name="connsiteY3" fmla="*/ 394122 h 5470974"/>
                  <a:gd name="connsiteX4" fmla="*/ 1186527 w 2662490"/>
                  <a:gd name="connsiteY4" fmla="*/ 6194 h 5470974"/>
                  <a:gd name="connsiteX5" fmla="*/ 2142491 w 2662490"/>
                  <a:gd name="connsiteY5" fmla="*/ 269431 h 5470974"/>
                  <a:gd name="connsiteX6" fmla="*/ 2447291 w 2662490"/>
                  <a:gd name="connsiteY6" fmla="*/ 1599467 h 5470974"/>
                  <a:gd name="connsiteX7" fmla="*/ 1990091 w 2662490"/>
                  <a:gd name="connsiteY7" fmla="*/ 2610849 h 5470974"/>
                  <a:gd name="connsiteX8" fmla="*/ 1809982 w 2662490"/>
                  <a:gd name="connsiteY8" fmla="*/ 3622231 h 5470974"/>
                  <a:gd name="connsiteX9" fmla="*/ 2502709 w 2662490"/>
                  <a:gd name="connsiteY9" fmla="*/ 4508922 h 5470974"/>
                  <a:gd name="connsiteX10" fmla="*/ 2641254 w 2662490"/>
                  <a:gd name="connsiteY10" fmla="*/ 5146231 h 5470974"/>
                  <a:gd name="connsiteX11" fmla="*/ 2170200 w 2662490"/>
                  <a:gd name="connsiteY11" fmla="*/ 5423322 h 5470974"/>
                  <a:gd name="connsiteX12" fmla="*/ 729327 w 2662490"/>
                  <a:gd name="connsiteY12" fmla="*/ 5395613 h 5470974"/>
                  <a:gd name="connsiteX13" fmla="*/ 452236 w 2662490"/>
                  <a:gd name="connsiteY13" fmla="*/ 4744449 h 5470974"/>
                  <a:gd name="connsiteX0" fmla="*/ 452236 w 2628430"/>
                  <a:gd name="connsiteY0" fmla="*/ 4744449 h 5470974"/>
                  <a:gd name="connsiteX1" fmla="*/ 8891 w 2628430"/>
                  <a:gd name="connsiteY1" fmla="*/ 2749394 h 5470974"/>
                  <a:gd name="connsiteX2" fmla="*/ 175146 w 2628430"/>
                  <a:gd name="connsiteY2" fmla="*/ 1211540 h 5470974"/>
                  <a:gd name="connsiteX3" fmla="*/ 410673 w 2628430"/>
                  <a:gd name="connsiteY3" fmla="*/ 394122 h 5470974"/>
                  <a:gd name="connsiteX4" fmla="*/ 1186527 w 2628430"/>
                  <a:gd name="connsiteY4" fmla="*/ 6194 h 5470974"/>
                  <a:gd name="connsiteX5" fmla="*/ 2142491 w 2628430"/>
                  <a:gd name="connsiteY5" fmla="*/ 269431 h 5470974"/>
                  <a:gd name="connsiteX6" fmla="*/ 2447291 w 2628430"/>
                  <a:gd name="connsiteY6" fmla="*/ 1599467 h 5470974"/>
                  <a:gd name="connsiteX7" fmla="*/ 1990091 w 2628430"/>
                  <a:gd name="connsiteY7" fmla="*/ 2610849 h 5470974"/>
                  <a:gd name="connsiteX8" fmla="*/ 1809982 w 2628430"/>
                  <a:gd name="connsiteY8" fmla="*/ 3622231 h 5470974"/>
                  <a:gd name="connsiteX9" fmla="*/ 2502709 w 2628430"/>
                  <a:gd name="connsiteY9" fmla="*/ 4508922 h 5470974"/>
                  <a:gd name="connsiteX10" fmla="*/ 2599690 w 2628430"/>
                  <a:gd name="connsiteY10" fmla="*/ 5132377 h 5470974"/>
                  <a:gd name="connsiteX11" fmla="*/ 2170200 w 2628430"/>
                  <a:gd name="connsiteY11" fmla="*/ 5423322 h 5470974"/>
                  <a:gd name="connsiteX12" fmla="*/ 729327 w 2628430"/>
                  <a:gd name="connsiteY12" fmla="*/ 5395613 h 5470974"/>
                  <a:gd name="connsiteX13" fmla="*/ 452236 w 2628430"/>
                  <a:gd name="connsiteY13" fmla="*/ 4744449 h 5470974"/>
                  <a:gd name="connsiteX0" fmla="*/ 452236 w 2628430"/>
                  <a:gd name="connsiteY0" fmla="*/ 4744449 h 5464715"/>
                  <a:gd name="connsiteX1" fmla="*/ 8891 w 2628430"/>
                  <a:gd name="connsiteY1" fmla="*/ 2749394 h 5464715"/>
                  <a:gd name="connsiteX2" fmla="*/ 175146 w 2628430"/>
                  <a:gd name="connsiteY2" fmla="*/ 1211540 h 5464715"/>
                  <a:gd name="connsiteX3" fmla="*/ 410673 w 2628430"/>
                  <a:gd name="connsiteY3" fmla="*/ 394122 h 5464715"/>
                  <a:gd name="connsiteX4" fmla="*/ 1186527 w 2628430"/>
                  <a:gd name="connsiteY4" fmla="*/ 6194 h 5464715"/>
                  <a:gd name="connsiteX5" fmla="*/ 2142491 w 2628430"/>
                  <a:gd name="connsiteY5" fmla="*/ 269431 h 5464715"/>
                  <a:gd name="connsiteX6" fmla="*/ 2447291 w 2628430"/>
                  <a:gd name="connsiteY6" fmla="*/ 1599467 h 5464715"/>
                  <a:gd name="connsiteX7" fmla="*/ 1990091 w 2628430"/>
                  <a:gd name="connsiteY7" fmla="*/ 2610849 h 5464715"/>
                  <a:gd name="connsiteX8" fmla="*/ 1809982 w 2628430"/>
                  <a:gd name="connsiteY8" fmla="*/ 3622231 h 5464715"/>
                  <a:gd name="connsiteX9" fmla="*/ 2502709 w 2628430"/>
                  <a:gd name="connsiteY9" fmla="*/ 4508922 h 5464715"/>
                  <a:gd name="connsiteX10" fmla="*/ 2599690 w 2628430"/>
                  <a:gd name="connsiteY10" fmla="*/ 5132377 h 5464715"/>
                  <a:gd name="connsiteX11" fmla="*/ 2170200 w 2628430"/>
                  <a:gd name="connsiteY11" fmla="*/ 5423322 h 5464715"/>
                  <a:gd name="connsiteX12" fmla="*/ 895581 w 2628430"/>
                  <a:gd name="connsiteY12" fmla="*/ 5381759 h 5464715"/>
                  <a:gd name="connsiteX13" fmla="*/ 452236 w 2628430"/>
                  <a:gd name="connsiteY13" fmla="*/ 4744449 h 5464715"/>
                  <a:gd name="connsiteX0" fmla="*/ 281453 w 2457647"/>
                  <a:gd name="connsiteY0" fmla="*/ 4744449 h 5464715"/>
                  <a:gd name="connsiteX1" fmla="*/ 101345 w 2457647"/>
                  <a:gd name="connsiteY1" fmla="*/ 2790958 h 5464715"/>
                  <a:gd name="connsiteX2" fmla="*/ 4363 w 2457647"/>
                  <a:gd name="connsiteY2" fmla="*/ 1211540 h 5464715"/>
                  <a:gd name="connsiteX3" fmla="*/ 239890 w 2457647"/>
                  <a:gd name="connsiteY3" fmla="*/ 394122 h 5464715"/>
                  <a:gd name="connsiteX4" fmla="*/ 1015744 w 2457647"/>
                  <a:gd name="connsiteY4" fmla="*/ 6194 h 5464715"/>
                  <a:gd name="connsiteX5" fmla="*/ 1971708 w 2457647"/>
                  <a:gd name="connsiteY5" fmla="*/ 269431 h 5464715"/>
                  <a:gd name="connsiteX6" fmla="*/ 2276508 w 2457647"/>
                  <a:gd name="connsiteY6" fmla="*/ 1599467 h 5464715"/>
                  <a:gd name="connsiteX7" fmla="*/ 1819308 w 2457647"/>
                  <a:gd name="connsiteY7" fmla="*/ 2610849 h 5464715"/>
                  <a:gd name="connsiteX8" fmla="*/ 1639199 w 2457647"/>
                  <a:gd name="connsiteY8" fmla="*/ 3622231 h 5464715"/>
                  <a:gd name="connsiteX9" fmla="*/ 2331926 w 2457647"/>
                  <a:gd name="connsiteY9" fmla="*/ 4508922 h 5464715"/>
                  <a:gd name="connsiteX10" fmla="*/ 2428907 w 2457647"/>
                  <a:gd name="connsiteY10" fmla="*/ 5132377 h 5464715"/>
                  <a:gd name="connsiteX11" fmla="*/ 1999417 w 2457647"/>
                  <a:gd name="connsiteY11" fmla="*/ 5423322 h 5464715"/>
                  <a:gd name="connsiteX12" fmla="*/ 724798 w 2457647"/>
                  <a:gd name="connsiteY12" fmla="*/ 5381759 h 5464715"/>
                  <a:gd name="connsiteX13" fmla="*/ 281453 w 2457647"/>
                  <a:gd name="connsiteY13" fmla="*/ 4744449 h 5464715"/>
                  <a:gd name="connsiteX0" fmla="*/ 182997 w 2359191"/>
                  <a:gd name="connsiteY0" fmla="*/ 4744449 h 5464715"/>
                  <a:gd name="connsiteX1" fmla="*/ 2889 w 2359191"/>
                  <a:gd name="connsiteY1" fmla="*/ 2790958 h 5464715"/>
                  <a:gd name="connsiteX2" fmla="*/ 141434 w 2359191"/>
                  <a:gd name="connsiteY2" fmla="*/ 394122 h 5464715"/>
                  <a:gd name="connsiteX3" fmla="*/ 917288 w 2359191"/>
                  <a:gd name="connsiteY3" fmla="*/ 6194 h 5464715"/>
                  <a:gd name="connsiteX4" fmla="*/ 1873252 w 2359191"/>
                  <a:gd name="connsiteY4" fmla="*/ 269431 h 5464715"/>
                  <a:gd name="connsiteX5" fmla="*/ 2178052 w 2359191"/>
                  <a:gd name="connsiteY5" fmla="*/ 1599467 h 5464715"/>
                  <a:gd name="connsiteX6" fmla="*/ 1720852 w 2359191"/>
                  <a:gd name="connsiteY6" fmla="*/ 2610849 h 5464715"/>
                  <a:gd name="connsiteX7" fmla="*/ 1540743 w 2359191"/>
                  <a:gd name="connsiteY7" fmla="*/ 3622231 h 5464715"/>
                  <a:gd name="connsiteX8" fmla="*/ 2233470 w 2359191"/>
                  <a:gd name="connsiteY8" fmla="*/ 4508922 h 5464715"/>
                  <a:gd name="connsiteX9" fmla="*/ 2330451 w 2359191"/>
                  <a:gd name="connsiteY9" fmla="*/ 5132377 h 5464715"/>
                  <a:gd name="connsiteX10" fmla="*/ 1900961 w 2359191"/>
                  <a:gd name="connsiteY10" fmla="*/ 5423322 h 5464715"/>
                  <a:gd name="connsiteX11" fmla="*/ 626342 w 2359191"/>
                  <a:gd name="connsiteY11" fmla="*/ 5381759 h 5464715"/>
                  <a:gd name="connsiteX12" fmla="*/ 182997 w 2359191"/>
                  <a:gd name="connsiteY12" fmla="*/ 4744449 h 5464715"/>
                  <a:gd name="connsiteX0" fmla="*/ 180222 w 2356416"/>
                  <a:gd name="connsiteY0" fmla="*/ 4782093 h 5502359"/>
                  <a:gd name="connsiteX1" fmla="*/ 114 w 2356416"/>
                  <a:gd name="connsiteY1" fmla="*/ 2828602 h 5502359"/>
                  <a:gd name="connsiteX2" fmla="*/ 201419 w 2356416"/>
                  <a:gd name="connsiteY2" fmla="*/ 982913 h 5502359"/>
                  <a:gd name="connsiteX3" fmla="*/ 914513 w 2356416"/>
                  <a:gd name="connsiteY3" fmla="*/ 43838 h 5502359"/>
                  <a:gd name="connsiteX4" fmla="*/ 1870477 w 2356416"/>
                  <a:gd name="connsiteY4" fmla="*/ 307075 h 5502359"/>
                  <a:gd name="connsiteX5" fmla="*/ 2175277 w 2356416"/>
                  <a:gd name="connsiteY5" fmla="*/ 1637111 h 5502359"/>
                  <a:gd name="connsiteX6" fmla="*/ 1718077 w 2356416"/>
                  <a:gd name="connsiteY6" fmla="*/ 2648493 h 5502359"/>
                  <a:gd name="connsiteX7" fmla="*/ 1537968 w 2356416"/>
                  <a:gd name="connsiteY7" fmla="*/ 3659875 h 5502359"/>
                  <a:gd name="connsiteX8" fmla="*/ 2230695 w 2356416"/>
                  <a:gd name="connsiteY8" fmla="*/ 4546566 h 5502359"/>
                  <a:gd name="connsiteX9" fmla="*/ 2327676 w 2356416"/>
                  <a:gd name="connsiteY9" fmla="*/ 5170021 h 5502359"/>
                  <a:gd name="connsiteX10" fmla="*/ 1898186 w 2356416"/>
                  <a:gd name="connsiteY10" fmla="*/ 5460966 h 5502359"/>
                  <a:gd name="connsiteX11" fmla="*/ 623567 w 2356416"/>
                  <a:gd name="connsiteY11" fmla="*/ 5419403 h 5502359"/>
                  <a:gd name="connsiteX12" fmla="*/ 180222 w 2356416"/>
                  <a:gd name="connsiteY12" fmla="*/ 4782093 h 55023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356416" h="5502359">
                    <a:moveTo>
                      <a:pt x="180222" y="4782093"/>
                    </a:moveTo>
                    <a:cubicBezTo>
                      <a:pt x="76313" y="4350293"/>
                      <a:pt x="-3419" y="3461799"/>
                      <a:pt x="114" y="2828602"/>
                    </a:cubicBezTo>
                    <a:cubicBezTo>
                      <a:pt x="3647" y="2195405"/>
                      <a:pt x="49019" y="1447040"/>
                      <a:pt x="201419" y="982913"/>
                    </a:cubicBezTo>
                    <a:cubicBezTo>
                      <a:pt x="353819" y="518786"/>
                      <a:pt x="636337" y="156478"/>
                      <a:pt x="914513" y="43838"/>
                    </a:cubicBezTo>
                    <a:cubicBezTo>
                      <a:pt x="1192689" y="-68802"/>
                      <a:pt x="1660350" y="41530"/>
                      <a:pt x="1870477" y="307075"/>
                    </a:cubicBezTo>
                    <a:cubicBezTo>
                      <a:pt x="2080604" y="572620"/>
                      <a:pt x="2200677" y="1246875"/>
                      <a:pt x="2175277" y="1637111"/>
                    </a:cubicBezTo>
                    <a:cubicBezTo>
                      <a:pt x="2149877" y="2027347"/>
                      <a:pt x="1824295" y="2311366"/>
                      <a:pt x="1718077" y="2648493"/>
                    </a:cubicBezTo>
                    <a:cubicBezTo>
                      <a:pt x="1611859" y="2985620"/>
                      <a:pt x="1452532" y="3343530"/>
                      <a:pt x="1537968" y="3659875"/>
                    </a:cubicBezTo>
                    <a:cubicBezTo>
                      <a:pt x="1623404" y="3976221"/>
                      <a:pt x="2099077" y="4294875"/>
                      <a:pt x="2230695" y="4546566"/>
                    </a:cubicBezTo>
                    <a:cubicBezTo>
                      <a:pt x="2362313" y="4798257"/>
                      <a:pt x="2383094" y="5017621"/>
                      <a:pt x="2327676" y="5170021"/>
                    </a:cubicBezTo>
                    <a:cubicBezTo>
                      <a:pt x="2272258" y="5322421"/>
                      <a:pt x="2258404" y="5403239"/>
                      <a:pt x="1898186" y="5460966"/>
                    </a:cubicBezTo>
                    <a:cubicBezTo>
                      <a:pt x="1537968" y="5518693"/>
                      <a:pt x="907585" y="5525621"/>
                      <a:pt x="623567" y="5419403"/>
                    </a:cubicBezTo>
                    <a:cubicBezTo>
                      <a:pt x="339549" y="5313185"/>
                      <a:pt x="284131" y="5213893"/>
                      <a:pt x="180222" y="47820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CBE12384-34EF-6498-4E22-8754BF9A0118}"/>
                  </a:ext>
                </a:extLst>
              </p:cNvPr>
              <p:cNvSpPr/>
              <p:nvPr/>
            </p:nvSpPr>
            <p:spPr>
              <a:xfrm rot="10800000">
                <a:off x="8747807" y="1008139"/>
                <a:ext cx="609600" cy="89356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2940643B-DA47-78FB-8116-495F8A05D69C}"/>
                  </a:ext>
                </a:extLst>
              </p:cNvPr>
              <p:cNvSpPr/>
              <p:nvPr/>
            </p:nvSpPr>
            <p:spPr>
              <a:xfrm rot="10800000">
                <a:off x="9519274" y="1213747"/>
                <a:ext cx="274361" cy="54864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08474F92-347D-523E-4C7A-3C76DBBB77E8}"/>
                  </a:ext>
                </a:extLst>
              </p:cNvPr>
              <p:cNvSpPr/>
              <p:nvPr/>
            </p:nvSpPr>
            <p:spPr>
              <a:xfrm rot="10800000">
                <a:off x="9854512" y="1305187"/>
                <a:ext cx="274361" cy="54864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89E07A2-FDEC-A564-63E7-23621DF7A4DC}"/>
                  </a:ext>
                </a:extLst>
              </p:cNvPr>
              <p:cNvSpPr/>
              <p:nvPr/>
            </p:nvSpPr>
            <p:spPr>
              <a:xfrm rot="10800000">
                <a:off x="10205073" y="1416688"/>
                <a:ext cx="274361" cy="457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B6764726-290F-2922-6CF4-7DEBAACED8F8}"/>
                  </a:ext>
                </a:extLst>
              </p:cNvPr>
              <p:cNvSpPr/>
              <p:nvPr/>
            </p:nvSpPr>
            <p:spPr>
              <a:xfrm rot="10800000">
                <a:off x="10540311" y="1670947"/>
                <a:ext cx="274361" cy="365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51974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585590" y="431647"/>
            <a:ext cx="182880" cy="402336"/>
            <a:chOff x="2266753" y="838200"/>
            <a:chExt cx="2232973" cy="4876800"/>
          </a:xfrm>
        </p:grpSpPr>
        <p:sp>
          <p:nvSpPr>
            <p:cNvPr id="5" name="Freeform 4"/>
            <p:cNvSpPr/>
            <p:nvPr/>
          </p:nvSpPr>
          <p:spPr>
            <a:xfrm rot="184993">
              <a:off x="2266753" y="838200"/>
              <a:ext cx="2232973" cy="3886200"/>
            </a:xfrm>
            <a:custGeom>
              <a:avLst/>
              <a:gdLst>
                <a:gd name="connsiteX0" fmla="*/ 452236 w 2914469"/>
                <a:gd name="connsiteY0" fmla="*/ 4744449 h 5470974"/>
                <a:gd name="connsiteX1" fmla="*/ 8891 w 2914469"/>
                <a:gd name="connsiteY1" fmla="*/ 2749394 h 5470974"/>
                <a:gd name="connsiteX2" fmla="*/ 175146 w 2914469"/>
                <a:gd name="connsiteY2" fmla="*/ 1211540 h 5470974"/>
                <a:gd name="connsiteX3" fmla="*/ 410673 w 2914469"/>
                <a:gd name="connsiteY3" fmla="*/ 394122 h 5470974"/>
                <a:gd name="connsiteX4" fmla="*/ 1186527 w 2914469"/>
                <a:gd name="connsiteY4" fmla="*/ 6194 h 5470974"/>
                <a:gd name="connsiteX5" fmla="*/ 2142491 w 2914469"/>
                <a:gd name="connsiteY5" fmla="*/ 269431 h 5470974"/>
                <a:gd name="connsiteX6" fmla="*/ 2447291 w 2914469"/>
                <a:gd name="connsiteY6" fmla="*/ 1599467 h 5470974"/>
                <a:gd name="connsiteX7" fmla="*/ 1990091 w 2914469"/>
                <a:gd name="connsiteY7" fmla="*/ 2610849 h 5470974"/>
                <a:gd name="connsiteX8" fmla="*/ 1809982 w 2914469"/>
                <a:gd name="connsiteY8" fmla="*/ 3622231 h 5470974"/>
                <a:gd name="connsiteX9" fmla="*/ 2655109 w 2914469"/>
                <a:gd name="connsiteY9" fmla="*/ 4522776 h 5470974"/>
                <a:gd name="connsiteX10" fmla="*/ 2890636 w 2914469"/>
                <a:gd name="connsiteY10" fmla="*/ 5049249 h 5470974"/>
                <a:gd name="connsiteX11" fmla="*/ 2170200 w 2914469"/>
                <a:gd name="connsiteY11" fmla="*/ 5423322 h 5470974"/>
                <a:gd name="connsiteX12" fmla="*/ 729327 w 2914469"/>
                <a:gd name="connsiteY12" fmla="*/ 5395613 h 5470974"/>
                <a:gd name="connsiteX13" fmla="*/ 452236 w 2914469"/>
                <a:gd name="connsiteY13" fmla="*/ 4744449 h 5470974"/>
                <a:gd name="connsiteX0" fmla="*/ 452236 w 2733397"/>
                <a:gd name="connsiteY0" fmla="*/ 4744449 h 5470974"/>
                <a:gd name="connsiteX1" fmla="*/ 8891 w 2733397"/>
                <a:gd name="connsiteY1" fmla="*/ 2749394 h 5470974"/>
                <a:gd name="connsiteX2" fmla="*/ 175146 w 2733397"/>
                <a:gd name="connsiteY2" fmla="*/ 1211540 h 5470974"/>
                <a:gd name="connsiteX3" fmla="*/ 410673 w 2733397"/>
                <a:gd name="connsiteY3" fmla="*/ 394122 h 5470974"/>
                <a:gd name="connsiteX4" fmla="*/ 1186527 w 2733397"/>
                <a:gd name="connsiteY4" fmla="*/ 6194 h 5470974"/>
                <a:gd name="connsiteX5" fmla="*/ 2142491 w 2733397"/>
                <a:gd name="connsiteY5" fmla="*/ 269431 h 5470974"/>
                <a:gd name="connsiteX6" fmla="*/ 2447291 w 2733397"/>
                <a:gd name="connsiteY6" fmla="*/ 1599467 h 5470974"/>
                <a:gd name="connsiteX7" fmla="*/ 1990091 w 2733397"/>
                <a:gd name="connsiteY7" fmla="*/ 2610849 h 5470974"/>
                <a:gd name="connsiteX8" fmla="*/ 1809982 w 2733397"/>
                <a:gd name="connsiteY8" fmla="*/ 3622231 h 5470974"/>
                <a:gd name="connsiteX9" fmla="*/ 2655109 w 2733397"/>
                <a:gd name="connsiteY9" fmla="*/ 4522776 h 5470974"/>
                <a:gd name="connsiteX10" fmla="*/ 2641254 w 2733397"/>
                <a:gd name="connsiteY10" fmla="*/ 5146231 h 5470974"/>
                <a:gd name="connsiteX11" fmla="*/ 2170200 w 2733397"/>
                <a:gd name="connsiteY11" fmla="*/ 5423322 h 5470974"/>
                <a:gd name="connsiteX12" fmla="*/ 729327 w 2733397"/>
                <a:gd name="connsiteY12" fmla="*/ 5395613 h 5470974"/>
                <a:gd name="connsiteX13" fmla="*/ 452236 w 2733397"/>
                <a:gd name="connsiteY13" fmla="*/ 4744449 h 5470974"/>
                <a:gd name="connsiteX0" fmla="*/ 452236 w 2662490"/>
                <a:gd name="connsiteY0" fmla="*/ 4744449 h 5470974"/>
                <a:gd name="connsiteX1" fmla="*/ 8891 w 2662490"/>
                <a:gd name="connsiteY1" fmla="*/ 2749394 h 5470974"/>
                <a:gd name="connsiteX2" fmla="*/ 175146 w 2662490"/>
                <a:gd name="connsiteY2" fmla="*/ 1211540 h 5470974"/>
                <a:gd name="connsiteX3" fmla="*/ 410673 w 2662490"/>
                <a:gd name="connsiteY3" fmla="*/ 394122 h 5470974"/>
                <a:gd name="connsiteX4" fmla="*/ 1186527 w 2662490"/>
                <a:gd name="connsiteY4" fmla="*/ 6194 h 5470974"/>
                <a:gd name="connsiteX5" fmla="*/ 2142491 w 2662490"/>
                <a:gd name="connsiteY5" fmla="*/ 269431 h 5470974"/>
                <a:gd name="connsiteX6" fmla="*/ 2447291 w 2662490"/>
                <a:gd name="connsiteY6" fmla="*/ 1599467 h 5470974"/>
                <a:gd name="connsiteX7" fmla="*/ 1990091 w 2662490"/>
                <a:gd name="connsiteY7" fmla="*/ 2610849 h 5470974"/>
                <a:gd name="connsiteX8" fmla="*/ 1809982 w 2662490"/>
                <a:gd name="connsiteY8" fmla="*/ 3622231 h 5470974"/>
                <a:gd name="connsiteX9" fmla="*/ 2502709 w 2662490"/>
                <a:gd name="connsiteY9" fmla="*/ 4508922 h 5470974"/>
                <a:gd name="connsiteX10" fmla="*/ 2641254 w 2662490"/>
                <a:gd name="connsiteY10" fmla="*/ 5146231 h 5470974"/>
                <a:gd name="connsiteX11" fmla="*/ 2170200 w 2662490"/>
                <a:gd name="connsiteY11" fmla="*/ 5423322 h 5470974"/>
                <a:gd name="connsiteX12" fmla="*/ 729327 w 2662490"/>
                <a:gd name="connsiteY12" fmla="*/ 5395613 h 5470974"/>
                <a:gd name="connsiteX13" fmla="*/ 452236 w 2662490"/>
                <a:gd name="connsiteY13" fmla="*/ 4744449 h 5470974"/>
                <a:gd name="connsiteX0" fmla="*/ 452236 w 2628430"/>
                <a:gd name="connsiteY0" fmla="*/ 4744449 h 5470974"/>
                <a:gd name="connsiteX1" fmla="*/ 8891 w 2628430"/>
                <a:gd name="connsiteY1" fmla="*/ 2749394 h 5470974"/>
                <a:gd name="connsiteX2" fmla="*/ 175146 w 2628430"/>
                <a:gd name="connsiteY2" fmla="*/ 1211540 h 5470974"/>
                <a:gd name="connsiteX3" fmla="*/ 410673 w 2628430"/>
                <a:gd name="connsiteY3" fmla="*/ 394122 h 5470974"/>
                <a:gd name="connsiteX4" fmla="*/ 1186527 w 2628430"/>
                <a:gd name="connsiteY4" fmla="*/ 6194 h 5470974"/>
                <a:gd name="connsiteX5" fmla="*/ 2142491 w 2628430"/>
                <a:gd name="connsiteY5" fmla="*/ 269431 h 5470974"/>
                <a:gd name="connsiteX6" fmla="*/ 2447291 w 2628430"/>
                <a:gd name="connsiteY6" fmla="*/ 1599467 h 5470974"/>
                <a:gd name="connsiteX7" fmla="*/ 1990091 w 2628430"/>
                <a:gd name="connsiteY7" fmla="*/ 2610849 h 5470974"/>
                <a:gd name="connsiteX8" fmla="*/ 1809982 w 2628430"/>
                <a:gd name="connsiteY8" fmla="*/ 3622231 h 5470974"/>
                <a:gd name="connsiteX9" fmla="*/ 2502709 w 2628430"/>
                <a:gd name="connsiteY9" fmla="*/ 4508922 h 5470974"/>
                <a:gd name="connsiteX10" fmla="*/ 2599690 w 2628430"/>
                <a:gd name="connsiteY10" fmla="*/ 5132377 h 5470974"/>
                <a:gd name="connsiteX11" fmla="*/ 2170200 w 2628430"/>
                <a:gd name="connsiteY11" fmla="*/ 5423322 h 5470974"/>
                <a:gd name="connsiteX12" fmla="*/ 729327 w 2628430"/>
                <a:gd name="connsiteY12" fmla="*/ 5395613 h 5470974"/>
                <a:gd name="connsiteX13" fmla="*/ 452236 w 2628430"/>
                <a:gd name="connsiteY13" fmla="*/ 4744449 h 5470974"/>
                <a:gd name="connsiteX0" fmla="*/ 452236 w 2628430"/>
                <a:gd name="connsiteY0" fmla="*/ 4744449 h 5464715"/>
                <a:gd name="connsiteX1" fmla="*/ 8891 w 2628430"/>
                <a:gd name="connsiteY1" fmla="*/ 2749394 h 5464715"/>
                <a:gd name="connsiteX2" fmla="*/ 175146 w 2628430"/>
                <a:gd name="connsiteY2" fmla="*/ 1211540 h 5464715"/>
                <a:gd name="connsiteX3" fmla="*/ 410673 w 2628430"/>
                <a:gd name="connsiteY3" fmla="*/ 394122 h 5464715"/>
                <a:gd name="connsiteX4" fmla="*/ 1186527 w 2628430"/>
                <a:gd name="connsiteY4" fmla="*/ 6194 h 5464715"/>
                <a:gd name="connsiteX5" fmla="*/ 2142491 w 2628430"/>
                <a:gd name="connsiteY5" fmla="*/ 269431 h 5464715"/>
                <a:gd name="connsiteX6" fmla="*/ 2447291 w 2628430"/>
                <a:gd name="connsiteY6" fmla="*/ 1599467 h 5464715"/>
                <a:gd name="connsiteX7" fmla="*/ 1990091 w 2628430"/>
                <a:gd name="connsiteY7" fmla="*/ 2610849 h 5464715"/>
                <a:gd name="connsiteX8" fmla="*/ 1809982 w 2628430"/>
                <a:gd name="connsiteY8" fmla="*/ 3622231 h 5464715"/>
                <a:gd name="connsiteX9" fmla="*/ 2502709 w 2628430"/>
                <a:gd name="connsiteY9" fmla="*/ 4508922 h 5464715"/>
                <a:gd name="connsiteX10" fmla="*/ 2599690 w 2628430"/>
                <a:gd name="connsiteY10" fmla="*/ 5132377 h 5464715"/>
                <a:gd name="connsiteX11" fmla="*/ 2170200 w 2628430"/>
                <a:gd name="connsiteY11" fmla="*/ 5423322 h 5464715"/>
                <a:gd name="connsiteX12" fmla="*/ 895581 w 2628430"/>
                <a:gd name="connsiteY12" fmla="*/ 5381759 h 5464715"/>
                <a:gd name="connsiteX13" fmla="*/ 452236 w 2628430"/>
                <a:gd name="connsiteY13" fmla="*/ 4744449 h 5464715"/>
                <a:gd name="connsiteX0" fmla="*/ 281453 w 2457647"/>
                <a:gd name="connsiteY0" fmla="*/ 4744449 h 5464715"/>
                <a:gd name="connsiteX1" fmla="*/ 101345 w 2457647"/>
                <a:gd name="connsiteY1" fmla="*/ 2790958 h 5464715"/>
                <a:gd name="connsiteX2" fmla="*/ 4363 w 2457647"/>
                <a:gd name="connsiteY2" fmla="*/ 1211540 h 5464715"/>
                <a:gd name="connsiteX3" fmla="*/ 239890 w 2457647"/>
                <a:gd name="connsiteY3" fmla="*/ 394122 h 5464715"/>
                <a:gd name="connsiteX4" fmla="*/ 1015744 w 2457647"/>
                <a:gd name="connsiteY4" fmla="*/ 6194 h 5464715"/>
                <a:gd name="connsiteX5" fmla="*/ 1971708 w 2457647"/>
                <a:gd name="connsiteY5" fmla="*/ 269431 h 5464715"/>
                <a:gd name="connsiteX6" fmla="*/ 2276508 w 2457647"/>
                <a:gd name="connsiteY6" fmla="*/ 1599467 h 5464715"/>
                <a:gd name="connsiteX7" fmla="*/ 1819308 w 2457647"/>
                <a:gd name="connsiteY7" fmla="*/ 2610849 h 5464715"/>
                <a:gd name="connsiteX8" fmla="*/ 1639199 w 2457647"/>
                <a:gd name="connsiteY8" fmla="*/ 3622231 h 5464715"/>
                <a:gd name="connsiteX9" fmla="*/ 2331926 w 2457647"/>
                <a:gd name="connsiteY9" fmla="*/ 4508922 h 5464715"/>
                <a:gd name="connsiteX10" fmla="*/ 2428907 w 2457647"/>
                <a:gd name="connsiteY10" fmla="*/ 5132377 h 5464715"/>
                <a:gd name="connsiteX11" fmla="*/ 1999417 w 2457647"/>
                <a:gd name="connsiteY11" fmla="*/ 5423322 h 5464715"/>
                <a:gd name="connsiteX12" fmla="*/ 724798 w 2457647"/>
                <a:gd name="connsiteY12" fmla="*/ 5381759 h 5464715"/>
                <a:gd name="connsiteX13" fmla="*/ 281453 w 2457647"/>
                <a:gd name="connsiteY13" fmla="*/ 4744449 h 546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57647" h="5464715">
                  <a:moveTo>
                    <a:pt x="281453" y="4744449"/>
                  </a:moveTo>
                  <a:cubicBezTo>
                    <a:pt x="177544" y="4312649"/>
                    <a:pt x="147527" y="3379776"/>
                    <a:pt x="101345" y="2790958"/>
                  </a:cubicBezTo>
                  <a:cubicBezTo>
                    <a:pt x="55163" y="2202140"/>
                    <a:pt x="-18728" y="1611013"/>
                    <a:pt x="4363" y="1211540"/>
                  </a:cubicBezTo>
                  <a:cubicBezTo>
                    <a:pt x="27454" y="812067"/>
                    <a:pt x="71326" y="595013"/>
                    <a:pt x="239890" y="394122"/>
                  </a:cubicBezTo>
                  <a:cubicBezTo>
                    <a:pt x="408454" y="193231"/>
                    <a:pt x="727108" y="26976"/>
                    <a:pt x="1015744" y="6194"/>
                  </a:cubicBezTo>
                  <a:cubicBezTo>
                    <a:pt x="1304380" y="-14588"/>
                    <a:pt x="1761581" y="3886"/>
                    <a:pt x="1971708" y="269431"/>
                  </a:cubicBezTo>
                  <a:cubicBezTo>
                    <a:pt x="2181835" y="534976"/>
                    <a:pt x="2301908" y="1209231"/>
                    <a:pt x="2276508" y="1599467"/>
                  </a:cubicBezTo>
                  <a:cubicBezTo>
                    <a:pt x="2251108" y="1989703"/>
                    <a:pt x="1925526" y="2273722"/>
                    <a:pt x="1819308" y="2610849"/>
                  </a:cubicBezTo>
                  <a:cubicBezTo>
                    <a:pt x="1713090" y="2947976"/>
                    <a:pt x="1553763" y="3305886"/>
                    <a:pt x="1639199" y="3622231"/>
                  </a:cubicBezTo>
                  <a:cubicBezTo>
                    <a:pt x="1724635" y="3938577"/>
                    <a:pt x="2200308" y="4257231"/>
                    <a:pt x="2331926" y="4508922"/>
                  </a:cubicBezTo>
                  <a:cubicBezTo>
                    <a:pt x="2463544" y="4760613"/>
                    <a:pt x="2484325" y="4979977"/>
                    <a:pt x="2428907" y="5132377"/>
                  </a:cubicBezTo>
                  <a:cubicBezTo>
                    <a:pt x="2373489" y="5284777"/>
                    <a:pt x="2359635" y="5365595"/>
                    <a:pt x="1999417" y="5423322"/>
                  </a:cubicBezTo>
                  <a:cubicBezTo>
                    <a:pt x="1639199" y="5481049"/>
                    <a:pt x="1008816" y="5487977"/>
                    <a:pt x="724798" y="5381759"/>
                  </a:cubicBezTo>
                  <a:cubicBezTo>
                    <a:pt x="440780" y="5275541"/>
                    <a:pt x="385362" y="5176249"/>
                    <a:pt x="281453" y="47444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3810000" y="4821439"/>
              <a:ext cx="609600" cy="89356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3383239" y="5105400"/>
              <a:ext cx="274361" cy="5486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3048000" y="5013960"/>
              <a:ext cx="274361" cy="5486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2697439" y="4993899"/>
              <a:ext cx="274361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2362200" y="4831080"/>
              <a:ext cx="274361" cy="365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/>
          <p:cNvGrpSpPr>
            <a:grpSpLocks noChangeAspect="1"/>
          </p:cNvGrpSpPr>
          <p:nvPr/>
        </p:nvGrpSpPr>
        <p:grpSpPr>
          <a:xfrm>
            <a:off x="6278754" y="994243"/>
            <a:ext cx="182017" cy="397524"/>
            <a:chOff x="4625027" y="838200"/>
            <a:chExt cx="2232973" cy="4876800"/>
          </a:xfrm>
        </p:grpSpPr>
        <p:sp>
          <p:nvSpPr>
            <p:cNvPr id="6" name="Freeform 5"/>
            <p:cNvSpPr/>
            <p:nvPr/>
          </p:nvSpPr>
          <p:spPr>
            <a:xfrm rot="21426065" flipH="1">
              <a:off x="4625027" y="838200"/>
              <a:ext cx="2232973" cy="3886200"/>
            </a:xfrm>
            <a:custGeom>
              <a:avLst/>
              <a:gdLst>
                <a:gd name="connsiteX0" fmla="*/ 452236 w 2914469"/>
                <a:gd name="connsiteY0" fmla="*/ 4744449 h 5470974"/>
                <a:gd name="connsiteX1" fmla="*/ 8891 w 2914469"/>
                <a:gd name="connsiteY1" fmla="*/ 2749394 h 5470974"/>
                <a:gd name="connsiteX2" fmla="*/ 175146 w 2914469"/>
                <a:gd name="connsiteY2" fmla="*/ 1211540 h 5470974"/>
                <a:gd name="connsiteX3" fmla="*/ 410673 w 2914469"/>
                <a:gd name="connsiteY3" fmla="*/ 394122 h 5470974"/>
                <a:gd name="connsiteX4" fmla="*/ 1186527 w 2914469"/>
                <a:gd name="connsiteY4" fmla="*/ 6194 h 5470974"/>
                <a:gd name="connsiteX5" fmla="*/ 2142491 w 2914469"/>
                <a:gd name="connsiteY5" fmla="*/ 269431 h 5470974"/>
                <a:gd name="connsiteX6" fmla="*/ 2447291 w 2914469"/>
                <a:gd name="connsiteY6" fmla="*/ 1599467 h 5470974"/>
                <a:gd name="connsiteX7" fmla="*/ 1990091 w 2914469"/>
                <a:gd name="connsiteY7" fmla="*/ 2610849 h 5470974"/>
                <a:gd name="connsiteX8" fmla="*/ 1809982 w 2914469"/>
                <a:gd name="connsiteY8" fmla="*/ 3622231 h 5470974"/>
                <a:gd name="connsiteX9" fmla="*/ 2655109 w 2914469"/>
                <a:gd name="connsiteY9" fmla="*/ 4522776 h 5470974"/>
                <a:gd name="connsiteX10" fmla="*/ 2890636 w 2914469"/>
                <a:gd name="connsiteY10" fmla="*/ 5049249 h 5470974"/>
                <a:gd name="connsiteX11" fmla="*/ 2170200 w 2914469"/>
                <a:gd name="connsiteY11" fmla="*/ 5423322 h 5470974"/>
                <a:gd name="connsiteX12" fmla="*/ 729327 w 2914469"/>
                <a:gd name="connsiteY12" fmla="*/ 5395613 h 5470974"/>
                <a:gd name="connsiteX13" fmla="*/ 452236 w 2914469"/>
                <a:gd name="connsiteY13" fmla="*/ 4744449 h 5470974"/>
                <a:gd name="connsiteX0" fmla="*/ 452236 w 2733397"/>
                <a:gd name="connsiteY0" fmla="*/ 4744449 h 5470974"/>
                <a:gd name="connsiteX1" fmla="*/ 8891 w 2733397"/>
                <a:gd name="connsiteY1" fmla="*/ 2749394 h 5470974"/>
                <a:gd name="connsiteX2" fmla="*/ 175146 w 2733397"/>
                <a:gd name="connsiteY2" fmla="*/ 1211540 h 5470974"/>
                <a:gd name="connsiteX3" fmla="*/ 410673 w 2733397"/>
                <a:gd name="connsiteY3" fmla="*/ 394122 h 5470974"/>
                <a:gd name="connsiteX4" fmla="*/ 1186527 w 2733397"/>
                <a:gd name="connsiteY4" fmla="*/ 6194 h 5470974"/>
                <a:gd name="connsiteX5" fmla="*/ 2142491 w 2733397"/>
                <a:gd name="connsiteY5" fmla="*/ 269431 h 5470974"/>
                <a:gd name="connsiteX6" fmla="*/ 2447291 w 2733397"/>
                <a:gd name="connsiteY6" fmla="*/ 1599467 h 5470974"/>
                <a:gd name="connsiteX7" fmla="*/ 1990091 w 2733397"/>
                <a:gd name="connsiteY7" fmla="*/ 2610849 h 5470974"/>
                <a:gd name="connsiteX8" fmla="*/ 1809982 w 2733397"/>
                <a:gd name="connsiteY8" fmla="*/ 3622231 h 5470974"/>
                <a:gd name="connsiteX9" fmla="*/ 2655109 w 2733397"/>
                <a:gd name="connsiteY9" fmla="*/ 4522776 h 5470974"/>
                <a:gd name="connsiteX10" fmla="*/ 2641254 w 2733397"/>
                <a:gd name="connsiteY10" fmla="*/ 5146231 h 5470974"/>
                <a:gd name="connsiteX11" fmla="*/ 2170200 w 2733397"/>
                <a:gd name="connsiteY11" fmla="*/ 5423322 h 5470974"/>
                <a:gd name="connsiteX12" fmla="*/ 729327 w 2733397"/>
                <a:gd name="connsiteY12" fmla="*/ 5395613 h 5470974"/>
                <a:gd name="connsiteX13" fmla="*/ 452236 w 2733397"/>
                <a:gd name="connsiteY13" fmla="*/ 4744449 h 5470974"/>
                <a:gd name="connsiteX0" fmla="*/ 452236 w 2662490"/>
                <a:gd name="connsiteY0" fmla="*/ 4744449 h 5470974"/>
                <a:gd name="connsiteX1" fmla="*/ 8891 w 2662490"/>
                <a:gd name="connsiteY1" fmla="*/ 2749394 h 5470974"/>
                <a:gd name="connsiteX2" fmla="*/ 175146 w 2662490"/>
                <a:gd name="connsiteY2" fmla="*/ 1211540 h 5470974"/>
                <a:gd name="connsiteX3" fmla="*/ 410673 w 2662490"/>
                <a:gd name="connsiteY3" fmla="*/ 394122 h 5470974"/>
                <a:gd name="connsiteX4" fmla="*/ 1186527 w 2662490"/>
                <a:gd name="connsiteY4" fmla="*/ 6194 h 5470974"/>
                <a:gd name="connsiteX5" fmla="*/ 2142491 w 2662490"/>
                <a:gd name="connsiteY5" fmla="*/ 269431 h 5470974"/>
                <a:gd name="connsiteX6" fmla="*/ 2447291 w 2662490"/>
                <a:gd name="connsiteY6" fmla="*/ 1599467 h 5470974"/>
                <a:gd name="connsiteX7" fmla="*/ 1990091 w 2662490"/>
                <a:gd name="connsiteY7" fmla="*/ 2610849 h 5470974"/>
                <a:gd name="connsiteX8" fmla="*/ 1809982 w 2662490"/>
                <a:gd name="connsiteY8" fmla="*/ 3622231 h 5470974"/>
                <a:gd name="connsiteX9" fmla="*/ 2502709 w 2662490"/>
                <a:gd name="connsiteY9" fmla="*/ 4508922 h 5470974"/>
                <a:gd name="connsiteX10" fmla="*/ 2641254 w 2662490"/>
                <a:gd name="connsiteY10" fmla="*/ 5146231 h 5470974"/>
                <a:gd name="connsiteX11" fmla="*/ 2170200 w 2662490"/>
                <a:gd name="connsiteY11" fmla="*/ 5423322 h 5470974"/>
                <a:gd name="connsiteX12" fmla="*/ 729327 w 2662490"/>
                <a:gd name="connsiteY12" fmla="*/ 5395613 h 5470974"/>
                <a:gd name="connsiteX13" fmla="*/ 452236 w 2662490"/>
                <a:gd name="connsiteY13" fmla="*/ 4744449 h 5470974"/>
                <a:gd name="connsiteX0" fmla="*/ 452236 w 2628430"/>
                <a:gd name="connsiteY0" fmla="*/ 4744449 h 5470974"/>
                <a:gd name="connsiteX1" fmla="*/ 8891 w 2628430"/>
                <a:gd name="connsiteY1" fmla="*/ 2749394 h 5470974"/>
                <a:gd name="connsiteX2" fmla="*/ 175146 w 2628430"/>
                <a:gd name="connsiteY2" fmla="*/ 1211540 h 5470974"/>
                <a:gd name="connsiteX3" fmla="*/ 410673 w 2628430"/>
                <a:gd name="connsiteY3" fmla="*/ 394122 h 5470974"/>
                <a:gd name="connsiteX4" fmla="*/ 1186527 w 2628430"/>
                <a:gd name="connsiteY4" fmla="*/ 6194 h 5470974"/>
                <a:gd name="connsiteX5" fmla="*/ 2142491 w 2628430"/>
                <a:gd name="connsiteY5" fmla="*/ 269431 h 5470974"/>
                <a:gd name="connsiteX6" fmla="*/ 2447291 w 2628430"/>
                <a:gd name="connsiteY6" fmla="*/ 1599467 h 5470974"/>
                <a:gd name="connsiteX7" fmla="*/ 1990091 w 2628430"/>
                <a:gd name="connsiteY7" fmla="*/ 2610849 h 5470974"/>
                <a:gd name="connsiteX8" fmla="*/ 1809982 w 2628430"/>
                <a:gd name="connsiteY8" fmla="*/ 3622231 h 5470974"/>
                <a:gd name="connsiteX9" fmla="*/ 2502709 w 2628430"/>
                <a:gd name="connsiteY9" fmla="*/ 4508922 h 5470974"/>
                <a:gd name="connsiteX10" fmla="*/ 2599690 w 2628430"/>
                <a:gd name="connsiteY10" fmla="*/ 5132377 h 5470974"/>
                <a:gd name="connsiteX11" fmla="*/ 2170200 w 2628430"/>
                <a:gd name="connsiteY11" fmla="*/ 5423322 h 5470974"/>
                <a:gd name="connsiteX12" fmla="*/ 729327 w 2628430"/>
                <a:gd name="connsiteY12" fmla="*/ 5395613 h 5470974"/>
                <a:gd name="connsiteX13" fmla="*/ 452236 w 2628430"/>
                <a:gd name="connsiteY13" fmla="*/ 4744449 h 5470974"/>
                <a:gd name="connsiteX0" fmla="*/ 452236 w 2628430"/>
                <a:gd name="connsiteY0" fmla="*/ 4744449 h 5464715"/>
                <a:gd name="connsiteX1" fmla="*/ 8891 w 2628430"/>
                <a:gd name="connsiteY1" fmla="*/ 2749394 h 5464715"/>
                <a:gd name="connsiteX2" fmla="*/ 175146 w 2628430"/>
                <a:gd name="connsiteY2" fmla="*/ 1211540 h 5464715"/>
                <a:gd name="connsiteX3" fmla="*/ 410673 w 2628430"/>
                <a:gd name="connsiteY3" fmla="*/ 394122 h 5464715"/>
                <a:gd name="connsiteX4" fmla="*/ 1186527 w 2628430"/>
                <a:gd name="connsiteY4" fmla="*/ 6194 h 5464715"/>
                <a:gd name="connsiteX5" fmla="*/ 2142491 w 2628430"/>
                <a:gd name="connsiteY5" fmla="*/ 269431 h 5464715"/>
                <a:gd name="connsiteX6" fmla="*/ 2447291 w 2628430"/>
                <a:gd name="connsiteY6" fmla="*/ 1599467 h 5464715"/>
                <a:gd name="connsiteX7" fmla="*/ 1990091 w 2628430"/>
                <a:gd name="connsiteY7" fmla="*/ 2610849 h 5464715"/>
                <a:gd name="connsiteX8" fmla="*/ 1809982 w 2628430"/>
                <a:gd name="connsiteY8" fmla="*/ 3622231 h 5464715"/>
                <a:gd name="connsiteX9" fmla="*/ 2502709 w 2628430"/>
                <a:gd name="connsiteY9" fmla="*/ 4508922 h 5464715"/>
                <a:gd name="connsiteX10" fmla="*/ 2599690 w 2628430"/>
                <a:gd name="connsiteY10" fmla="*/ 5132377 h 5464715"/>
                <a:gd name="connsiteX11" fmla="*/ 2170200 w 2628430"/>
                <a:gd name="connsiteY11" fmla="*/ 5423322 h 5464715"/>
                <a:gd name="connsiteX12" fmla="*/ 895581 w 2628430"/>
                <a:gd name="connsiteY12" fmla="*/ 5381759 h 5464715"/>
                <a:gd name="connsiteX13" fmla="*/ 452236 w 2628430"/>
                <a:gd name="connsiteY13" fmla="*/ 4744449 h 5464715"/>
                <a:gd name="connsiteX0" fmla="*/ 281453 w 2457647"/>
                <a:gd name="connsiteY0" fmla="*/ 4744449 h 5464715"/>
                <a:gd name="connsiteX1" fmla="*/ 101345 w 2457647"/>
                <a:gd name="connsiteY1" fmla="*/ 2790958 h 5464715"/>
                <a:gd name="connsiteX2" fmla="*/ 4363 w 2457647"/>
                <a:gd name="connsiteY2" fmla="*/ 1211540 h 5464715"/>
                <a:gd name="connsiteX3" fmla="*/ 239890 w 2457647"/>
                <a:gd name="connsiteY3" fmla="*/ 394122 h 5464715"/>
                <a:gd name="connsiteX4" fmla="*/ 1015744 w 2457647"/>
                <a:gd name="connsiteY4" fmla="*/ 6194 h 5464715"/>
                <a:gd name="connsiteX5" fmla="*/ 1971708 w 2457647"/>
                <a:gd name="connsiteY5" fmla="*/ 269431 h 5464715"/>
                <a:gd name="connsiteX6" fmla="*/ 2276508 w 2457647"/>
                <a:gd name="connsiteY6" fmla="*/ 1599467 h 5464715"/>
                <a:gd name="connsiteX7" fmla="*/ 1819308 w 2457647"/>
                <a:gd name="connsiteY7" fmla="*/ 2610849 h 5464715"/>
                <a:gd name="connsiteX8" fmla="*/ 1639199 w 2457647"/>
                <a:gd name="connsiteY8" fmla="*/ 3622231 h 5464715"/>
                <a:gd name="connsiteX9" fmla="*/ 2331926 w 2457647"/>
                <a:gd name="connsiteY9" fmla="*/ 4508922 h 5464715"/>
                <a:gd name="connsiteX10" fmla="*/ 2428907 w 2457647"/>
                <a:gd name="connsiteY10" fmla="*/ 5132377 h 5464715"/>
                <a:gd name="connsiteX11" fmla="*/ 1999417 w 2457647"/>
                <a:gd name="connsiteY11" fmla="*/ 5423322 h 5464715"/>
                <a:gd name="connsiteX12" fmla="*/ 724798 w 2457647"/>
                <a:gd name="connsiteY12" fmla="*/ 5381759 h 5464715"/>
                <a:gd name="connsiteX13" fmla="*/ 281453 w 2457647"/>
                <a:gd name="connsiteY13" fmla="*/ 4744449 h 546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57647" h="5464715">
                  <a:moveTo>
                    <a:pt x="281453" y="4744449"/>
                  </a:moveTo>
                  <a:cubicBezTo>
                    <a:pt x="177544" y="4312649"/>
                    <a:pt x="147527" y="3379776"/>
                    <a:pt x="101345" y="2790958"/>
                  </a:cubicBezTo>
                  <a:cubicBezTo>
                    <a:pt x="55163" y="2202140"/>
                    <a:pt x="-18728" y="1611013"/>
                    <a:pt x="4363" y="1211540"/>
                  </a:cubicBezTo>
                  <a:cubicBezTo>
                    <a:pt x="27454" y="812067"/>
                    <a:pt x="71326" y="595013"/>
                    <a:pt x="239890" y="394122"/>
                  </a:cubicBezTo>
                  <a:cubicBezTo>
                    <a:pt x="408454" y="193231"/>
                    <a:pt x="727108" y="26976"/>
                    <a:pt x="1015744" y="6194"/>
                  </a:cubicBezTo>
                  <a:cubicBezTo>
                    <a:pt x="1304380" y="-14588"/>
                    <a:pt x="1761581" y="3886"/>
                    <a:pt x="1971708" y="269431"/>
                  </a:cubicBezTo>
                  <a:cubicBezTo>
                    <a:pt x="2181835" y="534976"/>
                    <a:pt x="2301908" y="1209231"/>
                    <a:pt x="2276508" y="1599467"/>
                  </a:cubicBezTo>
                  <a:cubicBezTo>
                    <a:pt x="2251108" y="1989703"/>
                    <a:pt x="1925526" y="2273722"/>
                    <a:pt x="1819308" y="2610849"/>
                  </a:cubicBezTo>
                  <a:cubicBezTo>
                    <a:pt x="1713090" y="2947976"/>
                    <a:pt x="1553763" y="3305886"/>
                    <a:pt x="1639199" y="3622231"/>
                  </a:cubicBezTo>
                  <a:cubicBezTo>
                    <a:pt x="1724635" y="3938577"/>
                    <a:pt x="2200308" y="4257231"/>
                    <a:pt x="2331926" y="4508922"/>
                  </a:cubicBezTo>
                  <a:cubicBezTo>
                    <a:pt x="2463544" y="4760613"/>
                    <a:pt x="2484325" y="4979977"/>
                    <a:pt x="2428907" y="5132377"/>
                  </a:cubicBezTo>
                  <a:cubicBezTo>
                    <a:pt x="2373489" y="5284777"/>
                    <a:pt x="2359635" y="5365595"/>
                    <a:pt x="1999417" y="5423322"/>
                  </a:cubicBezTo>
                  <a:cubicBezTo>
                    <a:pt x="1639199" y="5481049"/>
                    <a:pt x="1008816" y="5487977"/>
                    <a:pt x="724798" y="5381759"/>
                  </a:cubicBezTo>
                  <a:cubicBezTo>
                    <a:pt x="440780" y="5275541"/>
                    <a:pt x="385362" y="5176249"/>
                    <a:pt x="281453" y="47444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4675910" y="4821439"/>
              <a:ext cx="609600" cy="89356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5410200" y="5105400"/>
              <a:ext cx="274361" cy="5486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5777345" y="5013960"/>
              <a:ext cx="274361" cy="5486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6126439" y="4993899"/>
              <a:ext cx="274361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6477000" y="4831080"/>
              <a:ext cx="274361" cy="365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3250264" y="1676400"/>
            <a:ext cx="162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Vector graphics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1295400" y="1143000"/>
            <a:ext cx="16723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Paste as pic, </a:t>
            </a:r>
          </a:p>
          <a:p>
            <a:r>
              <a:rPr lang="en-US" dirty="0"/>
              <a:t>set transparent,</a:t>
            </a:r>
          </a:p>
          <a:p>
            <a:r>
              <a:rPr lang="en-US" dirty="0"/>
              <a:t>Save picture as</a:t>
            </a:r>
            <a:endParaRPr lang="en-IN" dirty="0"/>
          </a:p>
        </p:txBody>
      </p:sp>
      <p:grpSp>
        <p:nvGrpSpPr>
          <p:cNvPr id="82" name="Group 81"/>
          <p:cNvGrpSpPr>
            <a:grpSpLocks noChangeAspect="1"/>
          </p:cNvGrpSpPr>
          <p:nvPr/>
        </p:nvGrpSpPr>
        <p:grpSpPr>
          <a:xfrm>
            <a:off x="3200400" y="2036945"/>
            <a:ext cx="288000" cy="625964"/>
            <a:chOff x="3638125" y="2057400"/>
            <a:chExt cx="175454" cy="381347"/>
          </a:xfrm>
        </p:grpSpPr>
        <p:sp>
          <p:nvSpPr>
            <p:cNvPr id="21" name="Freeform 20"/>
            <p:cNvSpPr/>
            <p:nvPr/>
          </p:nvSpPr>
          <p:spPr>
            <a:xfrm rot="21415007" flipV="1">
              <a:off x="3638125" y="2138940"/>
              <a:ext cx="175454" cy="299807"/>
            </a:xfrm>
            <a:custGeom>
              <a:avLst/>
              <a:gdLst>
                <a:gd name="connsiteX0" fmla="*/ 452236 w 2914469"/>
                <a:gd name="connsiteY0" fmla="*/ 4744449 h 5470974"/>
                <a:gd name="connsiteX1" fmla="*/ 8891 w 2914469"/>
                <a:gd name="connsiteY1" fmla="*/ 2749394 h 5470974"/>
                <a:gd name="connsiteX2" fmla="*/ 175146 w 2914469"/>
                <a:gd name="connsiteY2" fmla="*/ 1211540 h 5470974"/>
                <a:gd name="connsiteX3" fmla="*/ 410673 w 2914469"/>
                <a:gd name="connsiteY3" fmla="*/ 394122 h 5470974"/>
                <a:gd name="connsiteX4" fmla="*/ 1186527 w 2914469"/>
                <a:gd name="connsiteY4" fmla="*/ 6194 h 5470974"/>
                <a:gd name="connsiteX5" fmla="*/ 2142491 w 2914469"/>
                <a:gd name="connsiteY5" fmla="*/ 269431 h 5470974"/>
                <a:gd name="connsiteX6" fmla="*/ 2447291 w 2914469"/>
                <a:gd name="connsiteY6" fmla="*/ 1599467 h 5470974"/>
                <a:gd name="connsiteX7" fmla="*/ 1990091 w 2914469"/>
                <a:gd name="connsiteY7" fmla="*/ 2610849 h 5470974"/>
                <a:gd name="connsiteX8" fmla="*/ 1809982 w 2914469"/>
                <a:gd name="connsiteY8" fmla="*/ 3622231 h 5470974"/>
                <a:gd name="connsiteX9" fmla="*/ 2655109 w 2914469"/>
                <a:gd name="connsiteY9" fmla="*/ 4522776 h 5470974"/>
                <a:gd name="connsiteX10" fmla="*/ 2890636 w 2914469"/>
                <a:gd name="connsiteY10" fmla="*/ 5049249 h 5470974"/>
                <a:gd name="connsiteX11" fmla="*/ 2170200 w 2914469"/>
                <a:gd name="connsiteY11" fmla="*/ 5423322 h 5470974"/>
                <a:gd name="connsiteX12" fmla="*/ 729327 w 2914469"/>
                <a:gd name="connsiteY12" fmla="*/ 5395613 h 5470974"/>
                <a:gd name="connsiteX13" fmla="*/ 452236 w 2914469"/>
                <a:gd name="connsiteY13" fmla="*/ 4744449 h 5470974"/>
                <a:gd name="connsiteX0" fmla="*/ 452236 w 2733397"/>
                <a:gd name="connsiteY0" fmla="*/ 4744449 h 5470974"/>
                <a:gd name="connsiteX1" fmla="*/ 8891 w 2733397"/>
                <a:gd name="connsiteY1" fmla="*/ 2749394 h 5470974"/>
                <a:gd name="connsiteX2" fmla="*/ 175146 w 2733397"/>
                <a:gd name="connsiteY2" fmla="*/ 1211540 h 5470974"/>
                <a:gd name="connsiteX3" fmla="*/ 410673 w 2733397"/>
                <a:gd name="connsiteY3" fmla="*/ 394122 h 5470974"/>
                <a:gd name="connsiteX4" fmla="*/ 1186527 w 2733397"/>
                <a:gd name="connsiteY4" fmla="*/ 6194 h 5470974"/>
                <a:gd name="connsiteX5" fmla="*/ 2142491 w 2733397"/>
                <a:gd name="connsiteY5" fmla="*/ 269431 h 5470974"/>
                <a:gd name="connsiteX6" fmla="*/ 2447291 w 2733397"/>
                <a:gd name="connsiteY6" fmla="*/ 1599467 h 5470974"/>
                <a:gd name="connsiteX7" fmla="*/ 1990091 w 2733397"/>
                <a:gd name="connsiteY7" fmla="*/ 2610849 h 5470974"/>
                <a:gd name="connsiteX8" fmla="*/ 1809982 w 2733397"/>
                <a:gd name="connsiteY8" fmla="*/ 3622231 h 5470974"/>
                <a:gd name="connsiteX9" fmla="*/ 2655109 w 2733397"/>
                <a:gd name="connsiteY9" fmla="*/ 4522776 h 5470974"/>
                <a:gd name="connsiteX10" fmla="*/ 2641254 w 2733397"/>
                <a:gd name="connsiteY10" fmla="*/ 5146231 h 5470974"/>
                <a:gd name="connsiteX11" fmla="*/ 2170200 w 2733397"/>
                <a:gd name="connsiteY11" fmla="*/ 5423322 h 5470974"/>
                <a:gd name="connsiteX12" fmla="*/ 729327 w 2733397"/>
                <a:gd name="connsiteY12" fmla="*/ 5395613 h 5470974"/>
                <a:gd name="connsiteX13" fmla="*/ 452236 w 2733397"/>
                <a:gd name="connsiteY13" fmla="*/ 4744449 h 5470974"/>
                <a:gd name="connsiteX0" fmla="*/ 452236 w 2662490"/>
                <a:gd name="connsiteY0" fmla="*/ 4744449 h 5470974"/>
                <a:gd name="connsiteX1" fmla="*/ 8891 w 2662490"/>
                <a:gd name="connsiteY1" fmla="*/ 2749394 h 5470974"/>
                <a:gd name="connsiteX2" fmla="*/ 175146 w 2662490"/>
                <a:gd name="connsiteY2" fmla="*/ 1211540 h 5470974"/>
                <a:gd name="connsiteX3" fmla="*/ 410673 w 2662490"/>
                <a:gd name="connsiteY3" fmla="*/ 394122 h 5470974"/>
                <a:gd name="connsiteX4" fmla="*/ 1186527 w 2662490"/>
                <a:gd name="connsiteY4" fmla="*/ 6194 h 5470974"/>
                <a:gd name="connsiteX5" fmla="*/ 2142491 w 2662490"/>
                <a:gd name="connsiteY5" fmla="*/ 269431 h 5470974"/>
                <a:gd name="connsiteX6" fmla="*/ 2447291 w 2662490"/>
                <a:gd name="connsiteY6" fmla="*/ 1599467 h 5470974"/>
                <a:gd name="connsiteX7" fmla="*/ 1990091 w 2662490"/>
                <a:gd name="connsiteY7" fmla="*/ 2610849 h 5470974"/>
                <a:gd name="connsiteX8" fmla="*/ 1809982 w 2662490"/>
                <a:gd name="connsiteY8" fmla="*/ 3622231 h 5470974"/>
                <a:gd name="connsiteX9" fmla="*/ 2502709 w 2662490"/>
                <a:gd name="connsiteY9" fmla="*/ 4508922 h 5470974"/>
                <a:gd name="connsiteX10" fmla="*/ 2641254 w 2662490"/>
                <a:gd name="connsiteY10" fmla="*/ 5146231 h 5470974"/>
                <a:gd name="connsiteX11" fmla="*/ 2170200 w 2662490"/>
                <a:gd name="connsiteY11" fmla="*/ 5423322 h 5470974"/>
                <a:gd name="connsiteX12" fmla="*/ 729327 w 2662490"/>
                <a:gd name="connsiteY12" fmla="*/ 5395613 h 5470974"/>
                <a:gd name="connsiteX13" fmla="*/ 452236 w 2662490"/>
                <a:gd name="connsiteY13" fmla="*/ 4744449 h 5470974"/>
                <a:gd name="connsiteX0" fmla="*/ 452236 w 2628430"/>
                <a:gd name="connsiteY0" fmla="*/ 4744449 h 5470974"/>
                <a:gd name="connsiteX1" fmla="*/ 8891 w 2628430"/>
                <a:gd name="connsiteY1" fmla="*/ 2749394 h 5470974"/>
                <a:gd name="connsiteX2" fmla="*/ 175146 w 2628430"/>
                <a:gd name="connsiteY2" fmla="*/ 1211540 h 5470974"/>
                <a:gd name="connsiteX3" fmla="*/ 410673 w 2628430"/>
                <a:gd name="connsiteY3" fmla="*/ 394122 h 5470974"/>
                <a:gd name="connsiteX4" fmla="*/ 1186527 w 2628430"/>
                <a:gd name="connsiteY4" fmla="*/ 6194 h 5470974"/>
                <a:gd name="connsiteX5" fmla="*/ 2142491 w 2628430"/>
                <a:gd name="connsiteY5" fmla="*/ 269431 h 5470974"/>
                <a:gd name="connsiteX6" fmla="*/ 2447291 w 2628430"/>
                <a:gd name="connsiteY6" fmla="*/ 1599467 h 5470974"/>
                <a:gd name="connsiteX7" fmla="*/ 1990091 w 2628430"/>
                <a:gd name="connsiteY7" fmla="*/ 2610849 h 5470974"/>
                <a:gd name="connsiteX8" fmla="*/ 1809982 w 2628430"/>
                <a:gd name="connsiteY8" fmla="*/ 3622231 h 5470974"/>
                <a:gd name="connsiteX9" fmla="*/ 2502709 w 2628430"/>
                <a:gd name="connsiteY9" fmla="*/ 4508922 h 5470974"/>
                <a:gd name="connsiteX10" fmla="*/ 2599690 w 2628430"/>
                <a:gd name="connsiteY10" fmla="*/ 5132377 h 5470974"/>
                <a:gd name="connsiteX11" fmla="*/ 2170200 w 2628430"/>
                <a:gd name="connsiteY11" fmla="*/ 5423322 h 5470974"/>
                <a:gd name="connsiteX12" fmla="*/ 729327 w 2628430"/>
                <a:gd name="connsiteY12" fmla="*/ 5395613 h 5470974"/>
                <a:gd name="connsiteX13" fmla="*/ 452236 w 2628430"/>
                <a:gd name="connsiteY13" fmla="*/ 4744449 h 5470974"/>
                <a:gd name="connsiteX0" fmla="*/ 452236 w 2628430"/>
                <a:gd name="connsiteY0" fmla="*/ 4744449 h 5464715"/>
                <a:gd name="connsiteX1" fmla="*/ 8891 w 2628430"/>
                <a:gd name="connsiteY1" fmla="*/ 2749394 h 5464715"/>
                <a:gd name="connsiteX2" fmla="*/ 175146 w 2628430"/>
                <a:gd name="connsiteY2" fmla="*/ 1211540 h 5464715"/>
                <a:gd name="connsiteX3" fmla="*/ 410673 w 2628430"/>
                <a:gd name="connsiteY3" fmla="*/ 394122 h 5464715"/>
                <a:gd name="connsiteX4" fmla="*/ 1186527 w 2628430"/>
                <a:gd name="connsiteY4" fmla="*/ 6194 h 5464715"/>
                <a:gd name="connsiteX5" fmla="*/ 2142491 w 2628430"/>
                <a:gd name="connsiteY5" fmla="*/ 269431 h 5464715"/>
                <a:gd name="connsiteX6" fmla="*/ 2447291 w 2628430"/>
                <a:gd name="connsiteY6" fmla="*/ 1599467 h 5464715"/>
                <a:gd name="connsiteX7" fmla="*/ 1990091 w 2628430"/>
                <a:gd name="connsiteY7" fmla="*/ 2610849 h 5464715"/>
                <a:gd name="connsiteX8" fmla="*/ 1809982 w 2628430"/>
                <a:gd name="connsiteY8" fmla="*/ 3622231 h 5464715"/>
                <a:gd name="connsiteX9" fmla="*/ 2502709 w 2628430"/>
                <a:gd name="connsiteY9" fmla="*/ 4508922 h 5464715"/>
                <a:gd name="connsiteX10" fmla="*/ 2599690 w 2628430"/>
                <a:gd name="connsiteY10" fmla="*/ 5132377 h 5464715"/>
                <a:gd name="connsiteX11" fmla="*/ 2170200 w 2628430"/>
                <a:gd name="connsiteY11" fmla="*/ 5423322 h 5464715"/>
                <a:gd name="connsiteX12" fmla="*/ 895581 w 2628430"/>
                <a:gd name="connsiteY12" fmla="*/ 5381759 h 5464715"/>
                <a:gd name="connsiteX13" fmla="*/ 452236 w 2628430"/>
                <a:gd name="connsiteY13" fmla="*/ 4744449 h 5464715"/>
                <a:gd name="connsiteX0" fmla="*/ 281453 w 2457647"/>
                <a:gd name="connsiteY0" fmla="*/ 4744449 h 5464715"/>
                <a:gd name="connsiteX1" fmla="*/ 101345 w 2457647"/>
                <a:gd name="connsiteY1" fmla="*/ 2790958 h 5464715"/>
                <a:gd name="connsiteX2" fmla="*/ 4363 w 2457647"/>
                <a:gd name="connsiteY2" fmla="*/ 1211540 h 5464715"/>
                <a:gd name="connsiteX3" fmla="*/ 239890 w 2457647"/>
                <a:gd name="connsiteY3" fmla="*/ 394122 h 5464715"/>
                <a:gd name="connsiteX4" fmla="*/ 1015744 w 2457647"/>
                <a:gd name="connsiteY4" fmla="*/ 6194 h 5464715"/>
                <a:gd name="connsiteX5" fmla="*/ 1971708 w 2457647"/>
                <a:gd name="connsiteY5" fmla="*/ 269431 h 5464715"/>
                <a:gd name="connsiteX6" fmla="*/ 2276508 w 2457647"/>
                <a:gd name="connsiteY6" fmla="*/ 1599467 h 5464715"/>
                <a:gd name="connsiteX7" fmla="*/ 1819308 w 2457647"/>
                <a:gd name="connsiteY7" fmla="*/ 2610849 h 5464715"/>
                <a:gd name="connsiteX8" fmla="*/ 1639199 w 2457647"/>
                <a:gd name="connsiteY8" fmla="*/ 3622231 h 5464715"/>
                <a:gd name="connsiteX9" fmla="*/ 2331926 w 2457647"/>
                <a:gd name="connsiteY9" fmla="*/ 4508922 h 5464715"/>
                <a:gd name="connsiteX10" fmla="*/ 2428907 w 2457647"/>
                <a:gd name="connsiteY10" fmla="*/ 5132377 h 5464715"/>
                <a:gd name="connsiteX11" fmla="*/ 1999417 w 2457647"/>
                <a:gd name="connsiteY11" fmla="*/ 5423322 h 5464715"/>
                <a:gd name="connsiteX12" fmla="*/ 724798 w 2457647"/>
                <a:gd name="connsiteY12" fmla="*/ 5381759 h 5464715"/>
                <a:gd name="connsiteX13" fmla="*/ 281453 w 2457647"/>
                <a:gd name="connsiteY13" fmla="*/ 4744449 h 5464715"/>
                <a:gd name="connsiteX0" fmla="*/ 281453 w 2457647"/>
                <a:gd name="connsiteY0" fmla="*/ 4742063 h 5462329"/>
                <a:gd name="connsiteX1" fmla="*/ 101345 w 2457647"/>
                <a:gd name="connsiteY1" fmla="*/ 2788572 h 5462329"/>
                <a:gd name="connsiteX2" fmla="*/ 4363 w 2457647"/>
                <a:gd name="connsiteY2" fmla="*/ 1209154 h 5462329"/>
                <a:gd name="connsiteX3" fmla="*/ 239890 w 2457647"/>
                <a:gd name="connsiteY3" fmla="*/ 391736 h 5462329"/>
                <a:gd name="connsiteX4" fmla="*/ 1015744 w 2457647"/>
                <a:gd name="connsiteY4" fmla="*/ 3808 h 5462329"/>
                <a:gd name="connsiteX5" fmla="*/ 1971708 w 2457647"/>
                <a:gd name="connsiteY5" fmla="*/ 267045 h 5462329"/>
                <a:gd name="connsiteX6" fmla="*/ 1875873 w 2457647"/>
                <a:gd name="connsiteY6" fmla="*/ 1341965 h 5462329"/>
                <a:gd name="connsiteX7" fmla="*/ 1819308 w 2457647"/>
                <a:gd name="connsiteY7" fmla="*/ 2608463 h 5462329"/>
                <a:gd name="connsiteX8" fmla="*/ 1639199 w 2457647"/>
                <a:gd name="connsiteY8" fmla="*/ 3619845 h 5462329"/>
                <a:gd name="connsiteX9" fmla="*/ 2331926 w 2457647"/>
                <a:gd name="connsiteY9" fmla="*/ 4506536 h 5462329"/>
                <a:gd name="connsiteX10" fmla="*/ 2428907 w 2457647"/>
                <a:gd name="connsiteY10" fmla="*/ 5129991 h 5462329"/>
                <a:gd name="connsiteX11" fmla="*/ 1999417 w 2457647"/>
                <a:gd name="connsiteY11" fmla="*/ 5420936 h 5462329"/>
                <a:gd name="connsiteX12" fmla="*/ 724798 w 2457647"/>
                <a:gd name="connsiteY12" fmla="*/ 5379373 h 5462329"/>
                <a:gd name="connsiteX13" fmla="*/ 281453 w 2457647"/>
                <a:gd name="connsiteY13" fmla="*/ 4742063 h 5462329"/>
                <a:gd name="connsiteX0" fmla="*/ 281453 w 2457647"/>
                <a:gd name="connsiteY0" fmla="*/ 4778590 h 5498856"/>
                <a:gd name="connsiteX1" fmla="*/ 101345 w 2457647"/>
                <a:gd name="connsiteY1" fmla="*/ 2825099 h 5498856"/>
                <a:gd name="connsiteX2" fmla="*/ 4363 w 2457647"/>
                <a:gd name="connsiteY2" fmla="*/ 1245681 h 5498856"/>
                <a:gd name="connsiteX3" fmla="*/ 239890 w 2457647"/>
                <a:gd name="connsiteY3" fmla="*/ 428263 h 5498856"/>
                <a:gd name="connsiteX4" fmla="*/ 1015744 w 2457647"/>
                <a:gd name="connsiteY4" fmla="*/ 40335 h 5498856"/>
                <a:gd name="connsiteX5" fmla="*/ 1875873 w 2457647"/>
                <a:gd name="connsiteY5" fmla="*/ 1378492 h 5498856"/>
                <a:gd name="connsiteX6" fmla="*/ 1819308 w 2457647"/>
                <a:gd name="connsiteY6" fmla="*/ 2644990 h 5498856"/>
                <a:gd name="connsiteX7" fmla="*/ 1639199 w 2457647"/>
                <a:gd name="connsiteY7" fmla="*/ 3656372 h 5498856"/>
                <a:gd name="connsiteX8" fmla="*/ 2331926 w 2457647"/>
                <a:gd name="connsiteY8" fmla="*/ 4543063 h 5498856"/>
                <a:gd name="connsiteX9" fmla="*/ 2428907 w 2457647"/>
                <a:gd name="connsiteY9" fmla="*/ 5166518 h 5498856"/>
                <a:gd name="connsiteX10" fmla="*/ 1999417 w 2457647"/>
                <a:gd name="connsiteY10" fmla="*/ 5457463 h 5498856"/>
                <a:gd name="connsiteX11" fmla="*/ 724798 w 2457647"/>
                <a:gd name="connsiteY11" fmla="*/ 5415900 h 5498856"/>
                <a:gd name="connsiteX12" fmla="*/ 281453 w 2457647"/>
                <a:gd name="connsiteY12" fmla="*/ 4778590 h 5498856"/>
                <a:gd name="connsiteX0" fmla="*/ 281453 w 2457647"/>
                <a:gd name="connsiteY0" fmla="*/ 4681044 h 5401310"/>
                <a:gd name="connsiteX1" fmla="*/ 101345 w 2457647"/>
                <a:gd name="connsiteY1" fmla="*/ 2727553 h 5401310"/>
                <a:gd name="connsiteX2" fmla="*/ 4363 w 2457647"/>
                <a:gd name="connsiteY2" fmla="*/ 1148135 h 5401310"/>
                <a:gd name="connsiteX3" fmla="*/ 239890 w 2457647"/>
                <a:gd name="connsiteY3" fmla="*/ 330717 h 5401310"/>
                <a:gd name="connsiteX4" fmla="*/ 1521426 w 2457647"/>
                <a:gd name="connsiteY4" fmla="*/ 49479 h 5401310"/>
                <a:gd name="connsiteX5" fmla="*/ 1875873 w 2457647"/>
                <a:gd name="connsiteY5" fmla="*/ 1280946 h 5401310"/>
                <a:gd name="connsiteX6" fmla="*/ 1819308 w 2457647"/>
                <a:gd name="connsiteY6" fmla="*/ 2547444 h 5401310"/>
                <a:gd name="connsiteX7" fmla="*/ 1639199 w 2457647"/>
                <a:gd name="connsiteY7" fmla="*/ 3558826 h 5401310"/>
                <a:gd name="connsiteX8" fmla="*/ 2331926 w 2457647"/>
                <a:gd name="connsiteY8" fmla="*/ 4445517 h 5401310"/>
                <a:gd name="connsiteX9" fmla="*/ 2428907 w 2457647"/>
                <a:gd name="connsiteY9" fmla="*/ 5068972 h 5401310"/>
                <a:gd name="connsiteX10" fmla="*/ 1999417 w 2457647"/>
                <a:gd name="connsiteY10" fmla="*/ 5359917 h 5401310"/>
                <a:gd name="connsiteX11" fmla="*/ 724798 w 2457647"/>
                <a:gd name="connsiteY11" fmla="*/ 5318354 h 5401310"/>
                <a:gd name="connsiteX12" fmla="*/ 281453 w 2457647"/>
                <a:gd name="connsiteY12" fmla="*/ 4681044 h 5401310"/>
                <a:gd name="connsiteX0" fmla="*/ 281453 w 2457647"/>
                <a:gd name="connsiteY0" fmla="*/ 4423142 h 5143408"/>
                <a:gd name="connsiteX1" fmla="*/ 101345 w 2457647"/>
                <a:gd name="connsiteY1" fmla="*/ 2469651 h 5143408"/>
                <a:gd name="connsiteX2" fmla="*/ 4363 w 2457647"/>
                <a:gd name="connsiteY2" fmla="*/ 890233 h 5143408"/>
                <a:gd name="connsiteX3" fmla="*/ 239890 w 2457647"/>
                <a:gd name="connsiteY3" fmla="*/ 72815 h 5143408"/>
                <a:gd name="connsiteX4" fmla="*/ 1480852 w 2457647"/>
                <a:gd name="connsiteY4" fmla="*/ 147460 h 5143408"/>
                <a:gd name="connsiteX5" fmla="*/ 1875873 w 2457647"/>
                <a:gd name="connsiteY5" fmla="*/ 1023044 h 5143408"/>
                <a:gd name="connsiteX6" fmla="*/ 1819308 w 2457647"/>
                <a:gd name="connsiteY6" fmla="*/ 2289542 h 5143408"/>
                <a:gd name="connsiteX7" fmla="*/ 1639199 w 2457647"/>
                <a:gd name="connsiteY7" fmla="*/ 3300924 h 5143408"/>
                <a:gd name="connsiteX8" fmla="*/ 2331926 w 2457647"/>
                <a:gd name="connsiteY8" fmla="*/ 4187615 h 5143408"/>
                <a:gd name="connsiteX9" fmla="*/ 2428907 w 2457647"/>
                <a:gd name="connsiteY9" fmla="*/ 4811070 h 5143408"/>
                <a:gd name="connsiteX10" fmla="*/ 1999417 w 2457647"/>
                <a:gd name="connsiteY10" fmla="*/ 5102015 h 5143408"/>
                <a:gd name="connsiteX11" fmla="*/ 724798 w 2457647"/>
                <a:gd name="connsiteY11" fmla="*/ 5060452 h 5143408"/>
                <a:gd name="connsiteX12" fmla="*/ 281453 w 2457647"/>
                <a:gd name="connsiteY12" fmla="*/ 4423142 h 5143408"/>
                <a:gd name="connsiteX0" fmla="*/ 366492 w 2542686"/>
                <a:gd name="connsiteY0" fmla="*/ 4276609 h 4996875"/>
                <a:gd name="connsiteX1" fmla="*/ 186384 w 2542686"/>
                <a:gd name="connsiteY1" fmla="*/ 2323118 h 4996875"/>
                <a:gd name="connsiteX2" fmla="*/ 89402 w 2542686"/>
                <a:gd name="connsiteY2" fmla="*/ 743700 h 4996875"/>
                <a:gd name="connsiteX3" fmla="*/ 1565891 w 2542686"/>
                <a:gd name="connsiteY3" fmla="*/ 927 h 4996875"/>
                <a:gd name="connsiteX4" fmla="*/ 1960912 w 2542686"/>
                <a:gd name="connsiteY4" fmla="*/ 876511 h 4996875"/>
                <a:gd name="connsiteX5" fmla="*/ 1904347 w 2542686"/>
                <a:gd name="connsiteY5" fmla="*/ 2143009 h 4996875"/>
                <a:gd name="connsiteX6" fmla="*/ 1724238 w 2542686"/>
                <a:gd name="connsiteY6" fmla="*/ 3154391 h 4996875"/>
                <a:gd name="connsiteX7" fmla="*/ 2416965 w 2542686"/>
                <a:gd name="connsiteY7" fmla="*/ 4041082 h 4996875"/>
                <a:gd name="connsiteX8" fmla="*/ 2513946 w 2542686"/>
                <a:gd name="connsiteY8" fmla="*/ 4664537 h 4996875"/>
                <a:gd name="connsiteX9" fmla="*/ 2084456 w 2542686"/>
                <a:gd name="connsiteY9" fmla="*/ 4955482 h 4996875"/>
                <a:gd name="connsiteX10" fmla="*/ 809837 w 2542686"/>
                <a:gd name="connsiteY10" fmla="*/ 4913919 h 4996875"/>
                <a:gd name="connsiteX11" fmla="*/ 366492 w 2542686"/>
                <a:gd name="connsiteY11" fmla="*/ 4276609 h 4996875"/>
                <a:gd name="connsiteX0" fmla="*/ 181658 w 2357852"/>
                <a:gd name="connsiteY0" fmla="*/ 4389837 h 5110103"/>
                <a:gd name="connsiteX1" fmla="*/ 1550 w 2357852"/>
                <a:gd name="connsiteY1" fmla="*/ 2436346 h 5110103"/>
                <a:gd name="connsiteX2" fmla="*/ 269311 w 2357852"/>
                <a:gd name="connsiteY2" fmla="*/ 267015 h 5110103"/>
                <a:gd name="connsiteX3" fmla="*/ 1381057 w 2357852"/>
                <a:gd name="connsiteY3" fmla="*/ 114155 h 5110103"/>
                <a:gd name="connsiteX4" fmla="*/ 1776078 w 2357852"/>
                <a:gd name="connsiteY4" fmla="*/ 989739 h 5110103"/>
                <a:gd name="connsiteX5" fmla="*/ 1719513 w 2357852"/>
                <a:gd name="connsiteY5" fmla="*/ 2256237 h 5110103"/>
                <a:gd name="connsiteX6" fmla="*/ 1539404 w 2357852"/>
                <a:gd name="connsiteY6" fmla="*/ 3267619 h 5110103"/>
                <a:gd name="connsiteX7" fmla="*/ 2232131 w 2357852"/>
                <a:gd name="connsiteY7" fmla="*/ 4154310 h 5110103"/>
                <a:gd name="connsiteX8" fmla="*/ 2329112 w 2357852"/>
                <a:gd name="connsiteY8" fmla="*/ 4777765 h 5110103"/>
                <a:gd name="connsiteX9" fmla="*/ 1899622 w 2357852"/>
                <a:gd name="connsiteY9" fmla="*/ 5068710 h 5110103"/>
                <a:gd name="connsiteX10" fmla="*/ 625003 w 2357852"/>
                <a:gd name="connsiteY10" fmla="*/ 5027147 h 5110103"/>
                <a:gd name="connsiteX11" fmla="*/ 181658 w 2357852"/>
                <a:gd name="connsiteY11" fmla="*/ 4389837 h 5110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357852" h="5110103">
                  <a:moveTo>
                    <a:pt x="181658" y="4389837"/>
                  </a:moveTo>
                  <a:cubicBezTo>
                    <a:pt x="77749" y="3958037"/>
                    <a:pt x="-13059" y="3123483"/>
                    <a:pt x="1550" y="2436346"/>
                  </a:cubicBezTo>
                  <a:cubicBezTo>
                    <a:pt x="16159" y="1749209"/>
                    <a:pt x="39393" y="654047"/>
                    <a:pt x="269311" y="267015"/>
                  </a:cubicBezTo>
                  <a:cubicBezTo>
                    <a:pt x="499229" y="-120017"/>
                    <a:pt x="1129929" y="-6299"/>
                    <a:pt x="1381057" y="114155"/>
                  </a:cubicBezTo>
                  <a:cubicBezTo>
                    <a:pt x="1632185" y="234609"/>
                    <a:pt x="1719669" y="632725"/>
                    <a:pt x="1776078" y="989739"/>
                  </a:cubicBezTo>
                  <a:cubicBezTo>
                    <a:pt x="1832487" y="1346753"/>
                    <a:pt x="1758959" y="1876590"/>
                    <a:pt x="1719513" y="2256237"/>
                  </a:cubicBezTo>
                  <a:cubicBezTo>
                    <a:pt x="1680067" y="2635884"/>
                    <a:pt x="1453968" y="2951274"/>
                    <a:pt x="1539404" y="3267619"/>
                  </a:cubicBezTo>
                  <a:cubicBezTo>
                    <a:pt x="1624840" y="3583965"/>
                    <a:pt x="2100513" y="3902619"/>
                    <a:pt x="2232131" y="4154310"/>
                  </a:cubicBezTo>
                  <a:cubicBezTo>
                    <a:pt x="2363749" y="4406001"/>
                    <a:pt x="2384530" y="4625365"/>
                    <a:pt x="2329112" y="4777765"/>
                  </a:cubicBezTo>
                  <a:cubicBezTo>
                    <a:pt x="2273694" y="4930165"/>
                    <a:pt x="2259840" y="5010983"/>
                    <a:pt x="1899622" y="5068710"/>
                  </a:cubicBezTo>
                  <a:cubicBezTo>
                    <a:pt x="1539404" y="5126437"/>
                    <a:pt x="909021" y="5133365"/>
                    <a:pt x="625003" y="5027147"/>
                  </a:cubicBezTo>
                  <a:cubicBezTo>
                    <a:pt x="340985" y="4920929"/>
                    <a:pt x="285567" y="4821637"/>
                    <a:pt x="181658" y="438983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 flipV="1">
              <a:off x="3757656" y="2057400"/>
              <a:ext cx="49926" cy="7371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 flipV="1">
              <a:off x="3722704" y="2062429"/>
              <a:ext cx="22470" cy="4526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 flipV="1">
              <a:off x="3695248" y="2069973"/>
              <a:ext cx="22470" cy="4526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 flipV="1">
              <a:off x="3666537" y="2079172"/>
              <a:ext cx="22470" cy="3771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 flipV="1">
              <a:off x="3639081" y="2100148"/>
              <a:ext cx="22470" cy="301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Up Arrow 69"/>
            <p:cNvSpPr/>
            <p:nvPr/>
          </p:nvSpPr>
          <p:spPr>
            <a:xfrm>
              <a:off x="3653462" y="2181896"/>
              <a:ext cx="91440" cy="163752"/>
            </a:xfrm>
            <a:prstGeom prst="upArrow">
              <a:avLst/>
            </a:prstGeom>
            <a:gradFill flip="none" rotWithShape="1">
              <a:gsLst>
                <a:gs pos="0">
                  <a:schemeClr val="accent2"/>
                </a:gs>
                <a:gs pos="59000">
                  <a:srgbClr val="FFFF00">
                    <a:shade val="67500"/>
                    <a:satMod val="115000"/>
                  </a:srgbClr>
                </a:gs>
                <a:gs pos="100000">
                  <a:srgbClr val="FFFF0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024" name="Group 1023"/>
          <p:cNvGrpSpPr>
            <a:grpSpLocks noChangeAspect="1"/>
          </p:cNvGrpSpPr>
          <p:nvPr/>
        </p:nvGrpSpPr>
        <p:grpSpPr>
          <a:xfrm>
            <a:off x="3754800" y="2057400"/>
            <a:ext cx="288000" cy="625964"/>
            <a:chOff x="4012264" y="2057400"/>
            <a:chExt cx="175454" cy="381347"/>
          </a:xfrm>
        </p:grpSpPr>
        <p:sp>
          <p:nvSpPr>
            <p:cNvPr id="30" name="Freeform 29"/>
            <p:cNvSpPr/>
            <p:nvPr/>
          </p:nvSpPr>
          <p:spPr>
            <a:xfrm rot="184993">
              <a:off x="4012264" y="2057400"/>
              <a:ext cx="175454" cy="299807"/>
            </a:xfrm>
            <a:custGeom>
              <a:avLst/>
              <a:gdLst>
                <a:gd name="connsiteX0" fmla="*/ 452236 w 2914469"/>
                <a:gd name="connsiteY0" fmla="*/ 4744449 h 5470974"/>
                <a:gd name="connsiteX1" fmla="*/ 8891 w 2914469"/>
                <a:gd name="connsiteY1" fmla="*/ 2749394 h 5470974"/>
                <a:gd name="connsiteX2" fmla="*/ 175146 w 2914469"/>
                <a:gd name="connsiteY2" fmla="*/ 1211540 h 5470974"/>
                <a:gd name="connsiteX3" fmla="*/ 410673 w 2914469"/>
                <a:gd name="connsiteY3" fmla="*/ 394122 h 5470974"/>
                <a:gd name="connsiteX4" fmla="*/ 1186527 w 2914469"/>
                <a:gd name="connsiteY4" fmla="*/ 6194 h 5470974"/>
                <a:gd name="connsiteX5" fmla="*/ 2142491 w 2914469"/>
                <a:gd name="connsiteY5" fmla="*/ 269431 h 5470974"/>
                <a:gd name="connsiteX6" fmla="*/ 2447291 w 2914469"/>
                <a:gd name="connsiteY6" fmla="*/ 1599467 h 5470974"/>
                <a:gd name="connsiteX7" fmla="*/ 1990091 w 2914469"/>
                <a:gd name="connsiteY7" fmla="*/ 2610849 h 5470974"/>
                <a:gd name="connsiteX8" fmla="*/ 1809982 w 2914469"/>
                <a:gd name="connsiteY8" fmla="*/ 3622231 h 5470974"/>
                <a:gd name="connsiteX9" fmla="*/ 2655109 w 2914469"/>
                <a:gd name="connsiteY9" fmla="*/ 4522776 h 5470974"/>
                <a:gd name="connsiteX10" fmla="*/ 2890636 w 2914469"/>
                <a:gd name="connsiteY10" fmla="*/ 5049249 h 5470974"/>
                <a:gd name="connsiteX11" fmla="*/ 2170200 w 2914469"/>
                <a:gd name="connsiteY11" fmla="*/ 5423322 h 5470974"/>
                <a:gd name="connsiteX12" fmla="*/ 729327 w 2914469"/>
                <a:gd name="connsiteY12" fmla="*/ 5395613 h 5470974"/>
                <a:gd name="connsiteX13" fmla="*/ 452236 w 2914469"/>
                <a:gd name="connsiteY13" fmla="*/ 4744449 h 5470974"/>
                <a:gd name="connsiteX0" fmla="*/ 452236 w 2733397"/>
                <a:gd name="connsiteY0" fmla="*/ 4744449 h 5470974"/>
                <a:gd name="connsiteX1" fmla="*/ 8891 w 2733397"/>
                <a:gd name="connsiteY1" fmla="*/ 2749394 h 5470974"/>
                <a:gd name="connsiteX2" fmla="*/ 175146 w 2733397"/>
                <a:gd name="connsiteY2" fmla="*/ 1211540 h 5470974"/>
                <a:gd name="connsiteX3" fmla="*/ 410673 w 2733397"/>
                <a:gd name="connsiteY3" fmla="*/ 394122 h 5470974"/>
                <a:gd name="connsiteX4" fmla="*/ 1186527 w 2733397"/>
                <a:gd name="connsiteY4" fmla="*/ 6194 h 5470974"/>
                <a:gd name="connsiteX5" fmla="*/ 2142491 w 2733397"/>
                <a:gd name="connsiteY5" fmla="*/ 269431 h 5470974"/>
                <a:gd name="connsiteX6" fmla="*/ 2447291 w 2733397"/>
                <a:gd name="connsiteY6" fmla="*/ 1599467 h 5470974"/>
                <a:gd name="connsiteX7" fmla="*/ 1990091 w 2733397"/>
                <a:gd name="connsiteY7" fmla="*/ 2610849 h 5470974"/>
                <a:gd name="connsiteX8" fmla="*/ 1809982 w 2733397"/>
                <a:gd name="connsiteY8" fmla="*/ 3622231 h 5470974"/>
                <a:gd name="connsiteX9" fmla="*/ 2655109 w 2733397"/>
                <a:gd name="connsiteY9" fmla="*/ 4522776 h 5470974"/>
                <a:gd name="connsiteX10" fmla="*/ 2641254 w 2733397"/>
                <a:gd name="connsiteY10" fmla="*/ 5146231 h 5470974"/>
                <a:gd name="connsiteX11" fmla="*/ 2170200 w 2733397"/>
                <a:gd name="connsiteY11" fmla="*/ 5423322 h 5470974"/>
                <a:gd name="connsiteX12" fmla="*/ 729327 w 2733397"/>
                <a:gd name="connsiteY12" fmla="*/ 5395613 h 5470974"/>
                <a:gd name="connsiteX13" fmla="*/ 452236 w 2733397"/>
                <a:gd name="connsiteY13" fmla="*/ 4744449 h 5470974"/>
                <a:gd name="connsiteX0" fmla="*/ 452236 w 2662490"/>
                <a:gd name="connsiteY0" fmla="*/ 4744449 h 5470974"/>
                <a:gd name="connsiteX1" fmla="*/ 8891 w 2662490"/>
                <a:gd name="connsiteY1" fmla="*/ 2749394 h 5470974"/>
                <a:gd name="connsiteX2" fmla="*/ 175146 w 2662490"/>
                <a:gd name="connsiteY2" fmla="*/ 1211540 h 5470974"/>
                <a:gd name="connsiteX3" fmla="*/ 410673 w 2662490"/>
                <a:gd name="connsiteY3" fmla="*/ 394122 h 5470974"/>
                <a:gd name="connsiteX4" fmla="*/ 1186527 w 2662490"/>
                <a:gd name="connsiteY4" fmla="*/ 6194 h 5470974"/>
                <a:gd name="connsiteX5" fmla="*/ 2142491 w 2662490"/>
                <a:gd name="connsiteY5" fmla="*/ 269431 h 5470974"/>
                <a:gd name="connsiteX6" fmla="*/ 2447291 w 2662490"/>
                <a:gd name="connsiteY6" fmla="*/ 1599467 h 5470974"/>
                <a:gd name="connsiteX7" fmla="*/ 1990091 w 2662490"/>
                <a:gd name="connsiteY7" fmla="*/ 2610849 h 5470974"/>
                <a:gd name="connsiteX8" fmla="*/ 1809982 w 2662490"/>
                <a:gd name="connsiteY8" fmla="*/ 3622231 h 5470974"/>
                <a:gd name="connsiteX9" fmla="*/ 2502709 w 2662490"/>
                <a:gd name="connsiteY9" fmla="*/ 4508922 h 5470974"/>
                <a:gd name="connsiteX10" fmla="*/ 2641254 w 2662490"/>
                <a:gd name="connsiteY10" fmla="*/ 5146231 h 5470974"/>
                <a:gd name="connsiteX11" fmla="*/ 2170200 w 2662490"/>
                <a:gd name="connsiteY11" fmla="*/ 5423322 h 5470974"/>
                <a:gd name="connsiteX12" fmla="*/ 729327 w 2662490"/>
                <a:gd name="connsiteY12" fmla="*/ 5395613 h 5470974"/>
                <a:gd name="connsiteX13" fmla="*/ 452236 w 2662490"/>
                <a:gd name="connsiteY13" fmla="*/ 4744449 h 5470974"/>
                <a:gd name="connsiteX0" fmla="*/ 452236 w 2628430"/>
                <a:gd name="connsiteY0" fmla="*/ 4744449 h 5470974"/>
                <a:gd name="connsiteX1" fmla="*/ 8891 w 2628430"/>
                <a:gd name="connsiteY1" fmla="*/ 2749394 h 5470974"/>
                <a:gd name="connsiteX2" fmla="*/ 175146 w 2628430"/>
                <a:gd name="connsiteY2" fmla="*/ 1211540 h 5470974"/>
                <a:gd name="connsiteX3" fmla="*/ 410673 w 2628430"/>
                <a:gd name="connsiteY3" fmla="*/ 394122 h 5470974"/>
                <a:gd name="connsiteX4" fmla="*/ 1186527 w 2628430"/>
                <a:gd name="connsiteY4" fmla="*/ 6194 h 5470974"/>
                <a:gd name="connsiteX5" fmla="*/ 2142491 w 2628430"/>
                <a:gd name="connsiteY5" fmla="*/ 269431 h 5470974"/>
                <a:gd name="connsiteX6" fmla="*/ 2447291 w 2628430"/>
                <a:gd name="connsiteY6" fmla="*/ 1599467 h 5470974"/>
                <a:gd name="connsiteX7" fmla="*/ 1990091 w 2628430"/>
                <a:gd name="connsiteY7" fmla="*/ 2610849 h 5470974"/>
                <a:gd name="connsiteX8" fmla="*/ 1809982 w 2628430"/>
                <a:gd name="connsiteY8" fmla="*/ 3622231 h 5470974"/>
                <a:gd name="connsiteX9" fmla="*/ 2502709 w 2628430"/>
                <a:gd name="connsiteY9" fmla="*/ 4508922 h 5470974"/>
                <a:gd name="connsiteX10" fmla="*/ 2599690 w 2628430"/>
                <a:gd name="connsiteY10" fmla="*/ 5132377 h 5470974"/>
                <a:gd name="connsiteX11" fmla="*/ 2170200 w 2628430"/>
                <a:gd name="connsiteY11" fmla="*/ 5423322 h 5470974"/>
                <a:gd name="connsiteX12" fmla="*/ 729327 w 2628430"/>
                <a:gd name="connsiteY12" fmla="*/ 5395613 h 5470974"/>
                <a:gd name="connsiteX13" fmla="*/ 452236 w 2628430"/>
                <a:gd name="connsiteY13" fmla="*/ 4744449 h 5470974"/>
                <a:gd name="connsiteX0" fmla="*/ 452236 w 2628430"/>
                <a:gd name="connsiteY0" fmla="*/ 4744449 h 5464715"/>
                <a:gd name="connsiteX1" fmla="*/ 8891 w 2628430"/>
                <a:gd name="connsiteY1" fmla="*/ 2749394 h 5464715"/>
                <a:gd name="connsiteX2" fmla="*/ 175146 w 2628430"/>
                <a:gd name="connsiteY2" fmla="*/ 1211540 h 5464715"/>
                <a:gd name="connsiteX3" fmla="*/ 410673 w 2628430"/>
                <a:gd name="connsiteY3" fmla="*/ 394122 h 5464715"/>
                <a:gd name="connsiteX4" fmla="*/ 1186527 w 2628430"/>
                <a:gd name="connsiteY4" fmla="*/ 6194 h 5464715"/>
                <a:gd name="connsiteX5" fmla="*/ 2142491 w 2628430"/>
                <a:gd name="connsiteY5" fmla="*/ 269431 h 5464715"/>
                <a:gd name="connsiteX6" fmla="*/ 2447291 w 2628430"/>
                <a:gd name="connsiteY6" fmla="*/ 1599467 h 5464715"/>
                <a:gd name="connsiteX7" fmla="*/ 1990091 w 2628430"/>
                <a:gd name="connsiteY7" fmla="*/ 2610849 h 5464715"/>
                <a:gd name="connsiteX8" fmla="*/ 1809982 w 2628430"/>
                <a:gd name="connsiteY8" fmla="*/ 3622231 h 5464715"/>
                <a:gd name="connsiteX9" fmla="*/ 2502709 w 2628430"/>
                <a:gd name="connsiteY9" fmla="*/ 4508922 h 5464715"/>
                <a:gd name="connsiteX10" fmla="*/ 2599690 w 2628430"/>
                <a:gd name="connsiteY10" fmla="*/ 5132377 h 5464715"/>
                <a:gd name="connsiteX11" fmla="*/ 2170200 w 2628430"/>
                <a:gd name="connsiteY11" fmla="*/ 5423322 h 5464715"/>
                <a:gd name="connsiteX12" fmla="*/ 895581 w 2628430"/>
                <a:gd name="connsiteY12" fmla="*/ 5381759 h 5464715"/>
                <a:gd name="connsiteX13" fmla="*/ 452236 w 2628430"/>
                <a:gd name="connsiteY13" fmla="*/ 4744449 h 5464715"/>
                <a:gd name="connsiteX0" fmla="*/ 281453 w 2457647"/>
                <a:gd name="connsiteY0" fmla="*/ 4744449 h 5464715"/>
                <a:gd name="connsiteX1" fmla="*/ 101345 w 2457647"/>
                <a:gd name="connsiteY1" fmla="*/ 2790958 h 5464715"/>
                <a:gd name="connsiteX2" fmla="*/ 4363 w 2457647"/>
                <a:gd name="connsiteY2" fmla="*/ 1211540 h 5464715"/>
                <a:gd name="connsiteX3" fmla="*/ 239890 w 2457647"/>
                <a:gd name="connsiteY3" fmla="*/ 394122 h 5464715"/>
                <a:gd name="connsiteX4" fmla="*/ 1015744 w 2457647"/>
                <a:gd name="connsiteY4" fmla="*/ 6194 h 5464715"/>
                <a:gd name="connsiteX5" fmla="*/ 1971708 w 2457647"/>
                <a:gd name="connsiteY5" fmla="*/ 269431 h 5464715"/>
                <a:gd name="connsiteX6" fmla="*/ 2276508 w 2457647"/>
                <a:gd name="connsiteY6" fmla="*/ 1599467 h 5464715"/>
                <a:gd name="connsiteX7" fmla="*/ 1819308 w 2457647"/>
                <a:gd name="connsiteY7" fmla="*/ 2610849 h 5464715"/>
                <a:gd name="connsiteX8" fmla="*/ 1639199 w 2457647"/>
                <a:gd name="connsiteY8" fmla="*/ 3622231 h 5464715"/>
                <a:gd name="connsiteX9" fmla="*/ 2331926 w 2457647"/>
                <a:gd name="connsiteY9" fmla="*/ 4508922 h 5464715"/>
                <a:gd name="connsiteX10" fmla="*/ 2428907 w 2457647"/>
                <a:gd name="connsiteY10" fmla="*/ 5132377 h 5464715"/>
                <a:gd name="connsiteX11" fmla="*/ 1999417 w 2457647"/>
                <a:gd name="connsiteY11" fmla="*/ 5423322 h 5464715"/>
                <a:gd name="connsiteX12" fmla="*/ 724798 w 2457647"/>
                <a:gd name="connsiteY12" fmla="*/ 5381759 h 5464715"/>
                <a:gd name="connsiteX13" fmla="*/ 281453 w 2457647"/>
                <a:gd name="connsiteY13" fmla="*/ 4744449 h 5464715"/>
                <a:gd name="connsiteX0" fmla="*/ 281453 w 2457647"/>
                <a:gd name="connsiteY0" fmla="*/ 4742063 h 5462329"/>
                <a:gd name="connsiteX1" fmla="*/ 101345 w 2457647"/>
                <a:gd name="connsiteY1" fmla="*/ 2788572 h 5462329"/>
                <a:gd name="connsiteX2" fmla="*/ 4363 w 2457647"/>
                <a:gd name="connsiteY2" fmla="*/ 1209154 h 5462329"/>
                <a:gd name="connsiteX3" fmla="*/ 239890 w 2457647"/>
                <a:gd name="connsiteY3" fmla="*/ 391736 h 5462329"/>
                <a:gd name="connsiteX4" fmla="*/ 1015744 w 2457647"/>
                <a:gd name="connsiteY4" fmla="*/ 3808 h 5462329"/>
                <a:gd name="connsiteX5" fmla="*/ 1971708 w 2457647"/>
                <a:gd name="connsiteY5" fmla="*/ 267045 h 5462329"/>
                <a:gd name="connsiteX6" fmla="*/ 1875873 w 2457647"/>
                <a:gd name="connsiteY6" fmla="*/ 1341965 h 5462329"/>
                <a:gd name="connsiteX7" fmla="*/ 1819308 w 2457647"/>
                <a:gd name="connsiteY7" fmla="*/ 2608463 h 5462329"/>
                <a:gd name="connsiteX8" fmla="*/ 1639199 w 2457647"/>
                <a:gd name="connsiteY8" fmla="*/ 3619845 h 5462329"/>
                <a:gd name="connsiteX9" fmla="*/ 2331926 w 2457647"/>
                <a:gd name="connsiteY9" fmla="*/ 4506536 h 5462329"/>
                <a:gd name="connsiteX10" fmla="*/ 2428907 w 2457647"/>
                <a:gd name="connsiteY10" fmla="*/ 5129991 h 5462329"/>
                <a:gd name="connsiteX11" fmla="*/ 1999417 w 2457647"/>
                <a:gd name="connsiteY11" fmla="*/ 5420936 h 5462329"/>
                <a:gd name="connsiteX12" fmla="*/ 724798 w 2457647"/>
                <a:gd name="connsiteY12" fmla="*/ 5379373 h 5462329"/>
                <a:gd name="connsiteX13" fmla="*/ 281453 w 2457647"/>
                <a:gd name="connsiteY13" fmla="*/ 4742063 h 5462329"/>
                <a:gd name="connsiteX0" fmla="*/ 281453 w 2457647"/>
                <a:gd name="connsiteY0" fmla="*/ 4778590 h 5498856"/>
                <a:gd name="connsiteX1" fmla="*/ 101345 w 2457647"/>
                <a:gd name="connsiteY1" fmla="*/ 2825099 h 5498856"/>
                <a:gd name="connsiteX2" fmla="*/ 4363 w 2457647"/>
                <a:gd name="connsiteY2" fmla="*/ 1245681 h 5498856"/>
                <a:gd name="connsiteX3" fmla="*/ 239890 w 2457647"/>
                <a:gd name="connsiteY3" fmla="*/ 428263 h 5498856"/>
                <a:gd name="connsiteX4" fmla="*/ 1015744 w 2457647"/>
                <a:gd name="connsiteY4" fmla="*/ 40335 h 5498856"/>
                <a:gd name="connsiteX5" fmla="*/ 1875873 w 2457647"/>
                <a:gd name="connsiteY5" fmla="*/ 1378492 h 5498856"/>
                <a:gd name="connsiteX6" fmla="*/ 1819308 w 2457647"/>
                <a:gd name="connsiteY6" fmla="*/ 2644990 h 5498856"/>
                <a:gd name="connsiteX7" fmla="*/ 1639199 w 2457647"/>
                <a:gd name="connsiteY7" fmla="*/ 3656372 h 5498856"/>
                <a:gd name="connsiteX8" fmla="*/ 2331926 w 2457647"/>
                <a:gd name="connsiteY8" fmla="*/ 4543063 h 5498856"/>
                <a:gd name="connsiteX9" fmla="*/ 2428907 w 2457647"/>
                <a:gd name="connsiteY9" fmla="*/ 5166518 h 5498856"/>
                <a:gd name="connsiteX10" fmla="*/ 1999417 w 2457647"/>
                <a:gd name="connsiteY10" fmla="*/ 5457463 h 5498856"/>
                <a:gd name="connsiteX11" fmla="*/ 724798 w 2457647"/>
                <a:gd name="connsiteY11" fmla="*/ 5415900 h 5498856"/>
                <a:gd name="connsiteX12" fmla="*/ 281453 w 2457647"/>
                <a:gd name="connsiteY12" fmla="*/ 4778590 h 5498856"/>
                <a:gd name="connsiteX0" fmla="*/ 281453 w 2457647"/>
                <a:gd name="connsiteY0" fmla="*/ 4681044 h 5401310"/>
                <a:gd name="connsiteX1" fmla="*/ 101345 w 2457647"/>
                <a:gd name="connsiteY1" fmla="*/ 2727553 h 5401310"/>
                <a:gd name="connsiteX2" fmla="*/ 4363 w 2457647"/>
                <a:gd name="connsiteY2" fmla="*/ 1148135 h 5401310"/>
                <a:gd name="connsiteX3" fmla="*/ 239890 w 2457647"/>
                <a:gd name="connsiteY3" fmla="*/ 330717 h 5401310"/>
                <a:gd name="connsiteX4" fmla="*/ 1521426 w 2457647"/>
                <a:gd name="connsiteY4" fmla="*/ 49479 h 5401310"/>
                <a:gd name="connsiteX5" fmla="*/ 1875873 w 2457647"/>
                <a:gd name="connsiteY5" fmla="*/ 1280946 h 5401310"/>
                <a:gd name="connsiteX6" fmla="*/ 1819308 w 2457647"/>
                <a:gd name="connsiteY6" fmla="*/ 2547444 h 5401310"/>
                <a:gd name="connsiteX7" fmla="*/ 1639199 w 2457647"/>
                <a:gd name="connsiteY7" fmla="*/ 3558826 h 5401310"/>
                <a:gd name="connsiteX8" fmla="*/ 2331926 w 2457647"/>
                <a:gd name="connsiteY8" fmla="*/ 4445517 h 5401310"/>
                <a:gd name="connsiteX9" fmla="*/ 2428907 w 2457647"/>
                <a:gd name="connsiteY9" fmla="*/ 5068972 h 5401310"/>
                <a:gd name="connsiteX10" fmla="*/ 1999417 w 2457647"/>
                <a:gd name="connsiteY10" fmla="*/ 5359917 h 5401310"/>
                <a:gd name="connsiteX11" fmla="*/ 724798 w 2457647"/>
                <a:gd name="connsiteY11" fmla="*/ 5318354 h 5401310"/>
                <a:gd name="connsiteX12" fmla="*/ 281453 w 2457647"/>
                <a:gd name="connsiteY12" fmla="*/ 4681044 h 5401310"/>
                <a:gd name="connsiteX0" fmla="*/ 281453 w 2457647"/>
                <a:gd name="connsiteY0" fmla="*/ 4423142 h 5143408"/>
                <a:gd name="connsiteX1" fmla="*/ 101345 w 2457647"/>
                <a:gd name="connsiteY1" fmla="*/ 2469651 h 5143408"/>
                <a:gd name="connsiteX2" fmla="*/ 4363 w 2457647"/>
                <a:gd name="connsiteY2" fmla="*/ 890233 h 5143408"/>
                <a:gd name="connsiteX3" fmla="*/ 239890 w 2457647"/>
                <a:gd name="connsiteY3" fmla="*/ 72815 h 5143408"/>
                <a:gd name="connsiteX4" fmla="*/ 1480852 w 2457647"/>
                <a:gd name="connsiteY4" fmla="*/ 147460 h 5143408"/>
                <a:gd name="connsiteX5" fmla="*/ 1875873 w 2457647"/>
                <a:gd name="connsiteY5" fmla="*/ 1023044 h 5143408"/>
                <a:gd name="connsiteX6" fmla="*/ 1819308 w 2457647"/>
                <a:gd name="connsiteY6" fmla="*/ 2289542 h 5143408"/>
                <a:gd name="connsiteX7" fmla="*/ 1639199 w 2457647"/>
                <a:gd name="connsiteY7" fmla="*/ 3300924 h 5143408"/>
                <a:gd name="connsiteX8" fmla="*/ 2331926 w 2457647"/>
                <a:gd name="connsiteY8" fmla="*/ 4187615 h 5143408"/>
                <a:gd name="connsiteX9" fmla="*/ 2428907 w 2457647"/>
                <a:gd name="connsiteY9" fmla="*/ 4811070 h 5143408"/>
                <a:gd name="connsiteX10" fmla="*/ 1999417 w 2457647"/>
                <a:gd name="connsiteY10" fmla="*/ 5102015 h 5143408"/>
                <a:gd name="connsiteX11" fmla="*/ 724798 w 2457647"/>
                <a:gd name="connsiteY11" fmla="*/ 5060452 h 5143408"/>
                <a:gd name="connsiteX12" fmla="*/ 281453 w 2457647"/>
                <a:gd name="connsiteY12" fmla="*/ 4423142 h 5143408"/>
                <a:gd name="connsiteX0" fmla="*/ 366492 w 2542686"/>
                <a:gd name="connsiteY0" fmla="*/ 4276609 h 4996875"/>
                <a:gd name="connsiteX1" fmla="*/ 186384 w 2542686"/>
                <a:gd name="connsiteY1" fmla="*/ 2323118 h 4996875"/>
                <a:gd name="connsiteX2" fmla="*/ 89402 w 2542686"/>
                <a:gd name="connsiteY2" fmla="*/ 743700 h 4996875"/>
                <a:gd name="connsiteX3" fmla="*/ 1565891 w 2542686"/>
                <a:gd name="connsiteY3" fmla="*/ 927 h 4996875"/>
                <a:gd name="connsiteX4" fmla="*/ 1960912 w 2542686"/>
                <a:gd name="connsiteY4" fmla="*/ 876511 h 4996875"/>
                <a:gd name="connsiteX5" fmla="*/ 1904347 w 2542686"/>
                <a:gd name="connsiteY5" fmla="*/ 2143009 h 4996875"/>
                <a:gd name="connsiteX6" fmla="*/ 1724238 w 2542686"/>
                <a:gd name="connsiteY6" fmla="*/ 3154391 h 4996875"/>
                <a:gd name="connsiteX7" fmla="*/ 2416965 w 2542686"/>
                <a:gd name="connsiteY7" fmla="*/ 4041082 h 4996875"/>
                <a:gd name="connsiteX8" fmla="*/ 2513946 w 2542686"/>
                <a:gd name="connsiteY8" fmla="*/ 4664537 h 4996875"/>
                <a:gd name="connsiteX9" fmla="*/ 2084456 w 2542686"/>
                <a:gd name="connsiteY9" fmla="*/ 4955482 h 4996875"/>
                <a:gd name="connsiteX10" fmla="*/ 809837 w 2542686"/>
                <a:gd name="connsiteY10" fmla="*/ 4913919 h 4996875"/>
                <a:gd name="connsiteX11" fmla="*/ 366492 w 2542686"/>
                <a:gd name="connsiteY11" fmla="*/ 4276609 h 4996875"/>
                <a:gd name="connsiteX0" fmla="*/ 181658 w 2357852"/>
                <a:gd name="connsiteY0" fmla="*/ 4389837 h 5110103"/>
                <a:gd name="connsiteX1" fmla="*/ 1550 w 2357852"/>
                <a:gd name="connsiteY1" fmla="*/ 2436346 h 5110103"/>
                <a:gd name="connsiteX2" fmla="*/ 269311 w 2357852"/>
                <a:gd name="connsiteY2" fmla="*/ 267015 h 5110103"/>
                <a:gd name="connsiteX3" fmla="*/ 1381057 w 2357852"/>
                <a:gd name="connsiteY3" fmla="*/ 114155 h 5110103"/>
                <a:gd name="connsiteX4" fmla="*/ 1776078 w 2357852"/>
                <a:gd name="connsiteY4" fmla="*/ 989739 h 5110103"/>
                <a:gd name="connsiteX5" fmla="*/ 1719513 w 2357852"/>
                <a:gd name="connsiteY5" fmla="*/ 2256237 h 5110103"/>
                <a:gd name="connsiteX6" fmla="*/ 1539404 w 2357852"/>
                <a:gd name="connsiteY6" fmla="*/ 3267619 h 5110103"/>
                <a:gd name="connsiteX7" fmla="*/ 2232131 w 2357852"/>
                <a:gd name="connsiteY7" fmla="*/ 4154310 h 5110103"/>
                <a:gd name="connsiteX8" fmla="*/ 2329112 w 2357852"/>
                <a:gd name="connsiteY8" fmla="*/ 4777765 h 5110103"/>
                <a:gd name="connsiteX9" fmla="*/ 1899622 w 2357852"/>
                <a:gd name="connsiteY9" fmla="*/ 5068710 h 5110103"/>
                <a:gd name="connsiteX10" fmla="*/ 625003 w 2357852"/>
                <a:gd name="connsiteY10" fmla="*/ 5027147 h 5110103"/>
                <a:gd name="connsiteX11" fmla="*/ 181658 w 2357852"/>
                <a:gd name="connsiteY11" fmla="*/ 4389837 h 5110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357852" h="5110103">
                  <a:moveTo>
                    <a:pt x="181658" y="4389837"/>
                  </a:moveTo>
                  <a:cubicBezTo>
                    <a:pt x="77749" y="3958037"/>
                    <a:pt x="-13059" y="3123483"/>
                    <a:pt x="1550" y="2436346"/>
                  </a:cubicBezTo>
                  <a:cubicBezTo>
                    <a:pt x="16159" y="1749209"/>
                    <a:pt x="39393" y="654047"/>
                    <a:pt x="269311" y="267015"/>
                  </a:cubicBezTo>
                  <a:cubicBezTo>
                    <a:pt x="499229" y="-120017"/>
                    <a:pt x="1129929" y="-6299"/>
                    <a:pt x="1381057" y="114155"/>
                  </a:cubicBezTo>
                  <a:cubicBezTo>
                    <a:pt x="1632185" y="234609"/>
                    <a:pt x="1719669" y="632725"/>
                    <a:pt x="1776078" y="989739"/>
                  </a:cubicBezTo>
                  <a:cubicBezTo>
                    <a:pt x="1832487" y="1346753"/>
                    <a:pt x="1758959" y="1876590"/>
                    <a:pt x="1719513" y="2256237"/>
                  </a:cubicBezTo>
                  <a:cubicBezTo>
                    <a:pt x="1680067" y="2635884"/>
                    <a:pt x="1453968" y="2951274"/>
                    <a:pt x="1539404" y="3267619"/>
                  </a:cubicBezTo>
                  <a:cubicBezTo>
                    <a:pt x="1624840" y="3583965"/>
                    <a:pt x="2100513" y="3902619"/>
                    <a:pt x="2232131" y="4154310"/>
                  </a:cubicBezTo>
                  <a:cubicBezTo>
                    <a:pt x="2363749" y="4406001"/>
                    <a:pt x="2384530" y="4625365"/>
                    <a:pt x="2329112" y="4777765"/>
                  </a:cubicBezTo>
                  <a:cubicBezTo>
                    <a:pt x="2273694" y="4930165"/>
                    <a:pt x="2259840" y="5010983"/>
                    <a:pt x="1899622" y="5068710"/>
                  </a:cubicBezTo>
                  <a:cubicBezTo>
                    <a:pt x="1539404" y="5126437"/>
                    <a:pt x="909021" y="5133365"/>
                    <a:pt x="625003" y="5027147"/>
                  </a:cubicBezTo>
                  <a:cubicBezTo>
                    <a:pt x="340985" y="4920929"/>
                    <a:pt x="285567" y="4821637"/>
                    <a:pt x="181658" y="438983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/>
            <p:cNvSpPr/>
            <p:nvPr/>
          </p:nvSpPr>
          <p:spPr>
            <a:xfrm>
              <a:off x="4131795" y="2365028"/>
              <a:ext cx="49926" cy="7371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/>
            <p:cNvSpPr/>
            <p:nvPr/>
          </p:nvSpPr>
          <p:spPr>
            <a:xfrm>
              <a:off x="4096843" y="2388455"/>
              <a:ext cx="22470" cy="4526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/>
            <p:cNvSpPr/>
            <p:nvPr/>
          </p:nvSpPr>
          <p:spPr>
            <a:xfrm>
              <a:off x="4069387" y="2380911"/>
              <a:ext cx="22470" cy="4526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/>
            <p:cNvSpPr/>
            <p:nvPr/>
          </p:nvSpPr>
          <p:spPr>
            <a:xfrm>
              <a:off x="4040676" y="2379256"/>
              <a:ext cx="22470" cy="3771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/>
            <p:cNvSpPr/>
            <p:nvPr/>
          </p:nvSpPr>
          <p:spPr>
            <a:xfrm>
              <a:off x="4013220" y="2365824"/>
              <a:ext cx="22470" cy="301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Up Arrow 162"/>
            <p:cNvSpPr/>
            <p:nvPr/>
          </p:nvSpPr>
          <p:spPr>
            <a:xfrm flipV="1">
              <a:off x="4032421" y="2161675"/>
              <a:ext cx="91440" cy="163752"/>
            </a:xfrm>
            <a:prstGeom prst="upArrow">
              <a:avLst/>
            </a:prstGeom>
            <a:gradFill flip="none" rotWithShape="1">
              <a:gsLst>
                <a:gs pos="0">
                  <a:schemeClr val="accent2"/>
                </a:gs>
                <a:gs pos="59000">
                  <a:srgbClr val="FFFF00">
                    <a:shade val="67500"/>
                    <a:satMod val="115000"/>
                  </a:srgbClr>
                </a:gs>
                <a:gs pos="100000">
                  <a:srgbClr val="FFFF0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8588" y="2109787"/>
            <a:ext cx="288000" cy="639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206625"/>
            <a:ext cx="288000" cy="6392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9" name="Group 28"/>
          <p:cNvGrpSpPr/>
          <p:nvPr/>
        </p:nvGrpSpPr>
        <p:grpSpPr>
          <a:xfrm>
            <a:off x="4521000" y="2264588"/>
            <a:ext cx="432000" cy="439055"/>
            <a:chOff x="4521000" y="2264588"/>
            <a:chExt cx="432000" cy="439055"/>
          </a:xfrm>
        </p:grpSpPr>
        <p:grpSp>
          <p:nvGrpSpPr>
            <p:cNvPr id="2" name="Group 1"/>
            <p:cNvGrpSpPr/>
            <p:nvPr/>
          </p:nvGrpSpPr>
          <p:grpSpPr>
            <a:xfrm>
              <a:off x="4521000" y="2283478"/>
              <a:ext cx="432000" cy="383522"/>
              <a:chOff x="4312987" y="2057400"/>
              <a:chExt cx="418524" cy="383522"/>
            </a:xfrm>
          </p:grpSpPr>
          <p:grpSp>
            <p:nvGrpSpPr>
              <p:cNvPr id="58" name="Group 57"/>
              <p:cNvGrpSpPr/>
              <p:nvPr/>
            </p:nvGrpSpPr>
            <p:grpSpPr>
              <a:xfrm>
                <a:off x="4397502" y="2057400"/>
                <a:ext cx="168501" cy="150066"/>
                <a:chOff x="4397502" y="2057400"/>
                <a:chExt cx="168501" cy="150066"/>
              </a:xfrm>
            </p:grpSpPr>
            <p:sp>
              <p:nvSpPr>
                <p:cNvPr id="72" name="Freeform 71"/>
                <p:cNvSpPr/>
                <p:nvPr/>
              </p:nvSpPr>
              <p:spPr>
                <a:xfrm rot="21415007" flipV="1">
                  <a:off x="4403841" y="2138743"/>
                  <a:ext cx="161936" cy="68723"/>
                </a:xfrm>
                <a:custGeom>
                  <a:avLst/>
                  <a:gdLst>
                    <a:gd name="connsiteX0" fmla="*/ 452236 w 2914469"/>
                    <a:gd name="connsiteY0" fmla="*/ 4744449 h 5470974"/>
                    <a:gd name="connsiteX1" fmla="*/ 8891 w 2914469"/>
                    <a:gd name="connsiteY1" fmla="*/ 2749394 h 5470974"/>
                    <a:gd name="connsiteX2" fmla="*/ 175146 w 2914469"/>
                    <a:gd name="connsiteY2" fmla="*/ 1211540 h 5470974"/>
                    <a:gd name="connsiteX3" fmla="*/ 410673 w 2914469"/>
                    <a:gd name="connsiteY3" fmla="*/ 394122 h 5470974"/>
                    <a:gd name="connsiteX4" fmla="*/ 1186527 w 2914469"/>
                    <a:gd name="connsiteY4" fmla="*/ 6194 h 5470974"/>
                    <a:gd name="connsiteX5" fmla="*/ 2142491 w 2914469"/>
                    <a:gd name="connsiteY5" fmla="*/ 269431 h 5470974"/>
                    <a:gd name="connsiteX6" fmla="*/ 2447291 w 2914469"/>
                    <a:gd name="connsiteY6" fmla="*/ 1599467 h 5470974"/>
                    <a:gd name="connsiteX7" fmla="*/ 1990091 w 2914469"/>
                    <a:gd name="connsiteY7" fmla="*/ 2610849 h 5470974"/>
                    <a:gd name="connsiteX8" fmla="*/ 1809982 w 2914469"/>
                    <a:gd name="connsiteY8" fmla="*/ 3622231 h 5470974"/>
                    <a:gd name="connsiteX9" fmla="*/ 2655109 w 2914469"/>
                    <a:gd name="connsiteY9" fmla="*/ 4522776 h 5470974"/>
                    <a:gd name="connsiteX10" fmla="*/ 2890636 w 2914469"/>
                    <a:gd name="connsiteY10" fmla="*/ 5049249 h 5470974"/>
                    <a:gd name="connsiteX11" fmla="*/ 2170200 w 2914469"/>
                    <a:gd name="connsiteY11" fmla="*/ 5423322 h 5470974"/>
                    <a:gd name="connsiteX12" fmla="*/ 729327 w 2914469"/>
                    <a:gd name="connsiteY12" fmla="*/ 5395613 h 5470974"/>
                    <a:gd name="connsiteX13" fmla="*/ 452236 w 2914469"/>
                    <a:gd name="connsiteY13" fmla="*/ 4744449 h 5470974"/>
                    <a:gd name="connsiteX0" fmla="*/ 452236 w 2733397"/>
                    <a:gd name="connsiteY0" fmla="*/ 4744449 h 5470974"/>
                    <a:gd name="connsiteX1" fmla="*/ 8891 w 2733397"/>
                    <a:gd name="connsiteY1" fmla="*/ 2749394 h 5470974"/>
                    <a:gd name="connsiteX2" fmla="*/ 175146 w 2733397"/>
                    <a:gd name="connsiteY2" fmla="*/ 1211540 h 5470974"/>
                    <a:gd name="connsiteX3" fmla="*/ 410673 w 2733397"/>
                    <a:gd name="connsiteY3" fmla="*/ 394122 h 5470974"/>
                    <a:gd name="connsiteX4" fmla="*/ 1186527 w 2733397"/>
                    <a:gd name="connsiteY4" fmla="*/ 6194 h 5470974"/>
                    <a:gd name="connsiteX5" fmla="*/ 2142491 w 2733397"/>
                    <a:gd name="connsiteY5" fmla="*/ 269431 h 5470974"/>
                    <a:gd name="connsiteX6" fmla="*/ 2447291 w 2733397"/>
                    <a:gd name="connsiteY6" fmla="*/ 1599467 h 5470974"/>
                    <a:gd name="connsiteX7" fmla="*/ 1990091 w 2733397"/>
                    <a:gd name="connsiteY7" fmla="*/ 2610849 h 5470974"/>
                    <a:gd name="connsiteX8" fmla="*/ 1809982 w 2733397"/>
                    <a:gd name="connsiteY8" fmla="*/ 3622231 h 5470974"/>
                    <a:gd name="connsiteX9" fmla="*/ 2655109 w 2733397"/>
                    <a:gd name="connsiteY9" fmla="*/ 4522776 h 5470974"/>
                    <a:gd name="connsiteX10" fmla="*/ 2641254 w 2733397"/>
                    <a:gd name="connsiteY10" fmla="*/ 5146231 h 5470974"/>
                    <a:gd name="connsiteX11" fmla="*/ 2170200 w 2733397"/>
                    <a:gd name="connsiteY11" fmla="*/ 5423322 h 5470974"/>
                    <a:gd name="connsiteX12" fmla="*/ 729327 w 2733397"/>
                    <a:gd name="connsiteY12" fmla="*/ 5395613 h 5470974"/>
                    <a:gd name="connsiteX13" fmla="*/ 452236 w 2733397"/>
                    <a:gd name="connsiteY13" fmla="*/ 4744449 h 5470974"/>
                    <a:gd name="connsiteX0" fmla="*/ 452236 w 2662490"/>
                    <a:gd name="connsiteY0" fmla="*/ 4744449 h 5470974"/>
                    <a:gd name="connsiteX1" fmla="*/ 8891 w 2662490"/>
                    <a:gd name="connsiteY1" fmla="*/ 2749394 h 5470974"/>
                    <a:gd name="connsiteX2" fmla="*/ 175146 w 2662490"/>
                    <a:gd name="connsiteY2" fmla="*/ 1211540 h 5470974"/>
                    <a:gd name="connsiteX3" fmla="*/ 410673 w 2662490"/>
                    <a:gd name="connsiteY3" fmla="*/ 394122 h 5470974"/>
                    <a:gd name="connsiteX4" fmla="*/ 1186527 w 2662490"/>
                    <a:gd name="connsiteY4" fmla="*/ 6194 h 5470974"/>
                    <a:gd name="connsiteX5" fmla="*/ 2142491 w 2662490"/>
                    <a:gd name="connsiteY5" fmla="*/ 269431 h 5470974"/>
                    <a:gd name="connsiteX6" fmla="*/ 2447291 w 2662490"/>
                    <a:gd name="connsiteY6" fmla="*/ 1599467 h 5470974"/>
                    <a:gd name="connsiteX7" fmla="*/ 1990091 w 2662490"/>
                    <a:gd name="connsiteY7" fmla="*/ 2610849 h 5470974"/>
                    <a:gd name="connsiteX8" fmla="*/ 1809982 w 2662490"/>
                    <a:gd name="connsiteY8" fmla="*/ 3622231 h 5470974"/>
                    <a:gd name="connsiteX9" fmla="*/ 2502709 w 2662490"/>
                    <a:gd name="connsiteY9" fmla="*/ 4508922 h 5470974"/>
                    <a:gd name="connsiteX10" fmla="*/ 2641254 w 2662490"/>
                    <a:gd name="connsiteY10" fmla="*/ 5146231 h 5470974"/>
                    <a:gd name="connsiteX11" fmla="*/ 2170200 w 2662490"/>
                    <a:gd name="connsiteY11" fmla="*/ 5423322 h 5470974"/>
                    <a:gd name="connsiteX12" fmla="*/ 729327 w 2662490"/>
                    <a:gd name="connsiteY12" fmla="*/ 5395613 h 5470974"/>
                    <a:gd name="connsiteX13" fmla="*/ 452236 w 2662490"/>
                    <a:gd name="connsiteY13" fmla="*/ 4744449 h 5470974"/>
                    <a:gd name="connsiteX0" fmla="*/ 452236 w 2628430"/>
                    <a:gd name="connsiteY0" fmla="*/ 4744449 h 5470974"/>
                    <a:gd name="connsiteX1" fmla="*/ 8891 w 2628430"/>
                    <a:gd name="connsiteY1" fmla="*/ 2749394 h 5470974"/>
                    <a:gd name="connsiteX2" fmla="*/ 175146 w 2628430"/>
                    <a:gd name="connsiteY2" fmla="*/ 1211540 h 5470974"/>
                    <a:gd name="connsiteX3" fmla="*/ 410673 w 2628430"/>
                    <a:gd name="connsiteY3" fmla="*/ 394122 h 5470974"/>
                    <a:gd name="connsiteX4" fmla="*/ 1186527 w 2628430"/>
                    <a:gd name="connsiteY4" fmla="*/ 6194 h 5470974"/>
                    <a:gd name="connsiteX5" fmla="*/ 2142491 w 2628430"/>
                    <a:gd name="connsiteY5" fmla="*/ 269431 h 5470974"/>
                    <a:gd name="connsiteX6" fmla="*/ 2447291 w 2628430"/>
                    <a:gd name="connsiteY6" fmla="*/ 1599467 h 5470974"/>
                    <a:gd name="connsiteX7" fmla="*/ 1990091 w 2628430"/>
                    <a:gd name="connsiteY7" fmla="*/ 2610849 h 5470974"/>
                    <a:gd name="connsiteX8" fmla="*/ 1809982 w 2628430"/>
                    <a:gd name="connsiteY8" fmla="*/ 3622231 h 5470974"/>
                    <a:gd name="connsiteX9" fmla="*/ 2502709 w 2628430"/>
                    <a:gd name="connsiteY9" fmla="*/ 4508922 h 5470974"/>
                    <a:gd name="connsiteX10" fmla="*/ 2599690 w 2628430"/>
                    <a:gd name="connsiteY10" fmla="*/ 5132377 h 5470974"/>
                    <a:gd name="connsiteX11" fmla="*/ 2170200 w 2628430"/>
                    <a:gd name="connsiteY11" fmla="*/ 5423322 h 5470974"/>
                    <a:gd name="connsiteX12" fmla="*/ 729327 w 2628430"/>
                    <a:gd name="connsiteY12" fmla="*/ 5395613 h 5470974"/>
                    <a:gd name="connsiteX13" fmla="*/ 452236 w 2628430"/>
                    <a:gd name="connsiteY13" fmla="*/ 4744449 h 5470974"/>
                    <a:gd name="connsiteX0" fmla="*/ 452236 w 2628430"/>
                    <a:gd name="connsiteY0" fmla="*/ 4744449 h 5464715"/>
                    <a:gd name="connsiteX1" fmla="*/ 8891 w 2628430"/>
                    <a:gd name="connsiteY1" fmla="*/ 2749394 h 5464715"/>
                    <a:gd name="connsiteX2" fmla="*/ 175146 w 2628430"/>
                    <a:gd name="connsiteY2" fmla="*/ 1211540 h 5464715"/>
                    <a:gd name="connsiteX3" fmla="*/ 410673 w 2628430"/>
                    <a:gd name="connsiteY3" fmla="*/ 394122 h 5464715"/>
                    <a:gd name="connsiteX4" fmla="*/ 1186527 w 2628430"/>
                    <a:gd name="connsiteY4" fmla="*/ 6194 h 5464715"/>
                    <a:gd name="connsiteX5" fmla="*/ 2142491 w 2628430"/>
                    <a:gd name="connsiteY5" fmla="*/ 269431 h 5464715"/>
                    <a:gd name="connsiteX6" fmla="*/ 2447291 w 2628430"/>
                    <a:gd name="connsiteY6" fmla="*/ 1599467 h 5464715"/>
                    <a:gd name="connsiteX7" fmla="*/ 1990091 w 2628430"/>
                    <a:gd name="connsiteY7" fmla="*/ 2610849 h 5464715"/>
                    <a:gd name="connsiteX8" fmla="*/ 1809982 w 2628430"/>
                    <a:gd name="connsiteY8" fmla="*/ 3622231 h 5464715"/>
                    <a:gd name="connsiteX9" fmla="*/ 2502709 w 2628430"/>
                    <a:gd name="connsiteY9" fmla="*/ 4508922 h 5464715"/>
                    <a:gd name="connsiteX10" fmla="*/ 2599690 w 2628430"/>
                    <a:gd name="connsiteY10" fmla="*/ 5132377 h 5464715"/>
                    <a:gd name="connsiteX11" fmla="*/ 2170200 w 2628430"/>
                    <a:gd name="connsiteY11" fmla="*/ 5423322 h 5464715"/>
                    <a:gd name="connsiteX12" fmla="*/ 895581 w 2628430"/>
                    <a:gd name="connsiteY12" fmla="*/ 5381759 h 5464715"/>
                    <a:gd name="connsiteX13" fmla="*/ 452236 w 2628430"/>
                    <a:gd name="connsiteY13" fmla="*/ 4744449 h 5464715"/>
                    <a:gd name="connsiteX0" fmla="*/ 281453 w 2457647"/>
                    <a:gd name="connsiteY0" fmla="*/ 4744449 h 5464715"/>
                    <a:gd name="connsiteX1" fmla="*/ 101345 w 2457647"/>
                    <a:gd name="connsiteY1" fmla="*/ 2790958 h 5464715"/>
                    <a:gd name="connsiteX2" fmla="*/ 4363 w 2457647"/>
                    <a:gd name="connsiteY2" fmla="*/ 1211540 h 5464715"/>
                    <a:gd name="connsiteX3" fmla="*/ 239890 w 2457647"/>
                    <a:gd name="connsiteY3" fmla="*/ 394122 h 5464715"/>
                    <a:gd name="connsiteX4" fmla="*/ 1015744 w 2457647"/>
                    <a:gd name="connsiteY4" fmla="*/ 6194 h 5464715"/>
                    <a:gd name="connsiteX5" fmla="*/ 1971708 w 2457647"/>
                    <a:gd name="connsiteY5" fmla="*/ 269431 h 5464715"/>
                    <a:gd name="connsiteX6" fmla="*/ 2276508 w 2457647"/>
                    <a:gd name="connsiteY6" fmla="*/ 1599467 h 5464715"/>
                    <a:gd name="connsiteX7" fmla="*/ 1819308 w 2457647"/>
                    <a:gd name="connsiteY7" fmla="*/ 2610849 h 5464715"/>
                    <a:gd name="connsiteX8" fmla="*/ 1639199 w 2457647"/>
                    <a:gd name="connsiteY8" fmla="*/ 3622231 h 5464715"/>
                    <a:gd name="connsiteX9" fmla="*/ 2331926 w 2457647"/>
                    <a:gd name="connsiteY9" fmla="*/ 4508922 h 5464715"/>
                    <a:gd name="connsiteX10" fmla="*/ 2428907 w 2457647"/>
                    <a:gd name="connsiteY10" fmla="*/ 5132377 h 5464715"/>
                    <a:gd name="connsiteX11" fmla="*/ 1999417 w 2457647"/>
                    <a:gd name="connsiteY11" fmla="*/ 5423322 h 5464715"/>
                    <a:gd name="connsiteX12" fmla="*/ 724798 w 2457647"/>
                    <a:gd name="connsiteY12" fmla="*/ 5381759 h 5464715"/>
                    <a:gd name="connsiteX13" fmla="*/ 281453 w 2457647"/>
                    <a:gd name="connsiteY13" fmla="*/ 4744449 h 5464715"/>
                    <a:gd name="connsiteX0" fmla="*/ 281453 w 2457647"/>
                    <a:gd name="connsiteY0" fmla="*/ 4742063 h 5462329"/>
                    <a:gd name="connsiteX1" fmla="*/ 101345 w 2457647"/>
                    <a:gd name="connsiteY1" fmla="*/ 2788572 h 5462329"/>
                    <a:gd name="connsiteX2" fmla="*/ 4363 w 2457647"/>
                    <a:gd name="connsiteY2" fmla="*/ 1209154 h 5462329"/>
                    <a:gd name="connsiteX3" fmla="*/ 239890 w 2457647"/>
                    <a:gd name="connsiteY3" fmla="*/ 391736 h 5462329"/>
                    <a:gd name="connsiteX4" fmla="*/ 1015744 w 2457647"/>
                    <a:gd name="connsiteY4" fmla="*/ 3808 h 5462329"/>
                    <a:gd name="connsiteX5" fmla="*/ 1971708 w 2457647"/>
                    <a:gd name="connsiteY5" fmla="*/ 267045 h 5462329"/>
                    <a:gd name="connsiteX6" fmla="*/ 1875873 w 2457647"/>
                    <a:gd name="connsiteY6" fmla="*/ 1341965 h 5462329"/>
                    <a:gd name="connsiteX7" fmla="*/ 1819308 w 2457647"/>
                    <a:gd name="connsiteY7" fmla="*/ 2608463 h 5462329"/>
                    <a:gd name="connsiteX8" fmla="*/ 1639199 w 2457647"/>
                    <a:gd name="connsiteY8" fmla="*/ 3619845 h 5462329"/>
                    <a:gd name="connsiteX9" fmla="*/ 2331926 w 2457647"/>
                    <a:gd name="connsiteY9" fmla="*/ 4506536 h 5462329"/>
                    <a:gd name="connsiteX10" fmla="*/ 2428907 w 2457647"/>
                    <a:gd name="connsiteY10" fmla="*/ 5129991 h 5462329"/>
                    <a:gd name="connsiteX11" fmla="*/ 1999417 w 2457647"/>
                    <a:gd name="connsiteY11" fmla="*/ 5420936 h 5462329"/>
                    <a:gd name="connsiteX12" fmla="*/ 724798 w 2457647"/>
                    <a:gd name="connsiteY12" fmla="*/ 5379373 h 5462329"/>
                    <a:gd name="connsiteX13" fmla="*/ 281453 w 2457647"/>
                    <a:gd name="connsiteY13" fmla="*/ 4742063 h 5462329"/>
                    <a:gd name="connsiteX0" fmla="*/ 281453 w 2457647"/>
                    <a:gd name="connsiteY0" fmla="*/ 4778590 h 5498856"/>
                    <a:gd name="connsiteX1" fmla="*/ 101345 w 2457647"/>
                    <a:gd name="connsiteY1" fmla="*/ 2825099 h 5498856"/>
                    <a:gd name="connsiteX2" fmla="*/ 4363 w 2457647"/>
                    <a:gd name="connsiteY2" fmla="*/ 1245681 h 5498856"/>
                    <a:gd name="connsiteX3" fmla="*/ 239890 w 2457647"/>
                    <a:gd name="connsiteY3" fmla="*/ 428263 h 5498856"/>
                    <a:gd name="connsiteX4" fmla="*/ 1015744 w 2457647"/>
                    <a:gd name="connsiteY4" fmla="*/ 40335 h 5498856"/>
                    <a:gd name="connsiteX5" fmla="*/ 1875873 w 2457647"/>
                    <a:gd name="connsiteY5" fmla="*/ 1378492 h 5498856"/>
                    <a:gd name="connsiteX6" fmla="*/ 1819308 w 2457647"/>
                    <a:gd name="connsiteY6" fmla="*/ 2644990 h 5498856"/>
                    <a:gd name="connsiteX7" fmla="*/ 1639199 w 2457647"/>
                    <a:gd name="connsiteY7" fmla="*/ 3656372 h 5498856"/>
                    <a:gd name="connsiteX8" fmla="*/ 2331926 w 2457647"/>
                    <a:gd name="connsiteY8" fmla="*/ 4543063 h 5498856"/>
                    <a:gd name="connsiteX9" fmla="*/ 2428907 w 2457647"/>
                    <a:gd name="connsiteY9" fmla="*/ 5166518 h 5498856"/>
                    <a:gd name="connsiteX10" fmla="*/ 1999417 w 2457647"/>
                    <a:gd name="connsiteY10" fmla="*/ 5457463 h 5498856"/>
                    <a:gd name="connsiteX11" fmla="*/ 724798 w 2457647"/>
                    <a:gd name="connsiteY11" fmla="*/ 5415900 h 5498856"/>
                    <a:gd name="connsiteX12" fmla="*/ 281453 w 2457647"/>
                    <a:gd name="connsiteY12" fmla="*/ 4778590 h 5498856"/>
                    <a:gd name="connsiteX0" fmla="*/ 281453 w 2457647"/>
                    <a:gd name="connsiteY0" fmla="*/ 4681044 h 5401310"/>
                    <a:gd name="connsiteX1" fmla="*/ 101345 w 2457647"/>
                    <a:gd name="connsiteY1" fmla="*/ 2727553 h 5401310"/>
                    <a:gd name="connsiteX2" fmla="*/ 4363 w 2457647"/>
                    <a:gd name="connsiteY2" fmla="*/ 1148135 h 5401310"/>
                    <a:gd name="connsiteX3" fmla="*/ 239890 w 2457647"/>
                    <a:gd name="connsiteY3" fmla="*/ 330717 h 5401310"/>
                    <a:gd name="connsiteX4" fmla="*/ 1521426 w 2457647"/>
                    <a:gd name="connsiteY4" fmla="*/ 49479 h 5401310"/>
                    <a:gd name="connsiteX5" fmla="*/ 1875873 w 2457647"/>
                    <a:gd name="connsiteY5" fmla="*/ 1280946 h 5401310"/>
                    <a:gd name="connsiteX6" fmla="*/ 1819308 w 2457647"/>
                    <a:gd name="connsiteY6" fmla="*/ 2547444 h 5401310"/>
                    <a:gd name="connsiteX7" fmla="*/ 1639199 w 2457647"/>
                    <a:gd name="connsiteY7" fmla="*/ 3558826 h 5401310"/>
                    <a:gd name="connsiteX8" fmla="*/ 2331926 w 2457647"/>
                    <a:gd name="connsiteY8" fmla="*/ 4445517 h 5401310"/>
                    <a:gd name="connsiteX9" fmla="*/ 2428907 w 2457647"/>
                    <a:gd name="connsiteY9" fmla="*/ 5068972 h 5401310"/>
                    <a:gd name="connsiteX10" fmla="*/ 1999417 w 2457647"/>
                    <a:gd name="connsiteY10" fmla="*/ 5359917 h 5401310"/>
                    <a:gd name="connsiteX11" fmla="*/ 724798 w 2457647"/>
                    <a:gd name="connsiteY11" fmla="*/ 5318354 h 5401310"/>
                    <a:gd name="connsiteX12" fmla="*/ 281453 w 2457647"/>
                    <a:gd name="connsiteY12" fmla="*/ 4681044 h 5401310"/>
                    <a:gd name="connsiteX0" fmla="*/ 281453 w 2457647"/>
                    <a:gd name="connsiteY0" fmla="*/ 4423142 h 5143408"/>
                    <a:gd name="connsiteX1" fmla="*/ 101345 w 2457647"/>
                    <a:gd name="connsiteY1" fmla="*/ 2469651 h 5143408"/>
                    <a:gd name="connsiteX2" fmla="*/ 4363 w 2457647"/>
                    <a:gd name="connsiteY2" fmla="*/ 890233 h 5143408"/>
                    <a:gd name="connsiteX3" fmla="*/ 239890 w 2457647"/>
                    <a:gd name="connsiteY3" fmla="*/ 72815 h 5143408"/>
                    <a:gd name="connsiteX4" fmla="*/ 1480852 w 2457647"/>
                    <a:gd name="connsiteY4" fmla="*/ 147460 h 5143408"/>
                    <a:gd name="connsiteX5" fmla="*/ 1875873 w 2457647"/>
                    <a:gd name="connsiteY5" fmla="*/ 1023044 h 5143408"/>
                    <a:gd name="connsiteX6" fmla="*/ 1819308 w 2457647"/>
                    <a:gd name="connsiteY6" fmla="*/ 2289542 h 5143408"/>
                    <a:gd name="connsiteX7" fmla="*/ 1639199 w 2457647"/>
                    <a:gd name="connsiteY7" fmla="*/ 3300924 h 5143408"/>
                    <a:gd name="connsiteX8" fmla="*/ 2331926 w 2457647"/>
                    <a:gd name="connsiteY8" fmla="*/ 4187615 h 5143408"/>
                    <a:gd name="connsiteX9" fmla="*/ 2428907 w 2457647"/>
                    <a:gd name="connsiteY9" fmla="*/ 4811070 h 5143408"/>
                    <a:gd name="connsiteX10" fmla="*/ 1999417 w 2457647"/>
                    <a:gd name="connsiteY10" fmla="*/ 5102015 h 5143408"/>
                    <a:gd name="connsiteX11" fmla="*/ 724798 w 2457647"/>
                    <a:gd name="connsiteY11" fmla="*/ 5060452 h 5143408"/>
                    <a:gd name="connsiteX12" fmla="*/ 281453 w 2457647"/>
                    <a:gd name="connsiteY12" fmla="*/ 4423142 h 5143408"/>
                    <a:gd name="connsiteX0" fmla="*/ 366492 w 2542686"/>
                    <a:gd name="connsiteY0" fmla="*/ 4276609 h 4996875"/>
                    <a:gd name="connsiteX1" fmla="*/ 186384 w 2542686"/>
                    <a:gd name="connsiteY1" fmla="*/ 2323118 h 4996875"/>
                    <a:gd name="connsiteX2" fmla="*/ 89402 w 2542686"/>
                    <a:gd name="connsiteY2" fmla="*/ 743700 h 4996875"/>
                    <a:gd name="connsiteX3" fmla="*/ 1565891 w 2542686"/>
                    <a:gd name="connsiteY3" fmla="*/ 927 h 4996875"/>
                    <a:gd name="connsiteX4" fmla="*/ 1960912 w 2542686"/>
                    <a:gd name="connsiteY4" fmla="*/ 876511 h 4996875"/>
                    <a:gd name="connsiteX5" fmla="*/ 1904347 w 2542686"/>
                    <a:gd name="connsiteY5" fmla="*/ 2143009 h 4996875"/>
                    <a:gd name="connsiteX6" fmla="*/ 1724238 w 2542686"/>
                    <a:gd name="connsiteY6" fmla="*/ 3154391 h 4996875"/>
                    <a:gd name="connsiteX7" fmla="*/ 2416965 w 2542686"/>
                    <a:gd name="connsiteY7" fmla="*/ 4041082 h 4996875"/>
                    <a:gd name="connsiteX8" fmla="*/ 2513946 w 2542686"/>
                    <a:gd name="connsiteY8" fmla="*/ 4664537 h 4996875"/>
                    <a:gd name="connsiteX9" fmla="*/ 2084456 w 2542686"/>
                    <a:gd name="connsiteY9" fmla="*/ 4955482 h 4996875"/>
                    <a:gd name="connsiteX10" fmla="*/ 809837 w 2542686"/>
                    <a:gd name="connsiteY10" fmla="*/ 4913919 h 4996875"/>
                    <a:gd name="connsiteX11" fmla="*/ 366492 w 2542686"/>
                    <a:gd name="connsiteY11" fmla="*/ 4276609 h 4996875"/>
                    <a:gd name="connsiteX0" fmla="*/ 181658 w 2357852"/>
                    <a:gd name="connsiteY0" fmla="*/ 4389837 h 5110103"/>
                    <a:gd name="connsiteX1" fmla="*/ 1550 w 2357852"/>
                    <a:gd name="connsiteY1" fmla="*/ 2436346 h 5110103"/>
                    <a:gd name="connsiteX2" fmla="*/ 269311 w 2357852"/>
                    <a:gd name="connsiteY2" fmla="*/ 267015 h 5110103"/>
                    <a:gd name="connsiteX3" fmla="*/ 1381057 w 2357852"/>
                    <a:gd name="connsiteY3" fmla="*/ 114155 h 5110103"/>
                    <a:gd name="connsiteX4" fmla="*/ 1776078 w 2357852"/>
                    <a:gd name="connsiteY4" fmla="*/ 989739 h 5110103"/>
                    <a:gd name="connsiteX5" fmla="*/ 1719513 w 2357852"/>
                    <a:gd name="connsiteY5" fmla="*/ 2256237 h 5110103"/>
                    <a:gd name="connsiteX6" fmla="*/ 1539404 w 2357852"/>
                    <a:gd name="connsiteY6" fmla="*/ 3267619 h 5110103"/>
                    <a:gd name="connsiteX7" fmla="*/ 2232131 w 2357852"/>
                    <a:gd name="connsiteY7" fmla="*/ 4154310 h 5110103"/>
                    <a:gd name="connsiteX8" fmla="*/ 2329112 w 2357852"/>
                    <a:gd name="connsiteY8" fmla="*/ 4777765 h 5110103"/>
                    <a:gd name="connsiteX9" fmla="*/ 1899622 w 2357852"/>
                    <a:gd name="connsiteY9" fmla="*/ 5068710 h 5110103"/>
                    <a:gd name="connsiteX10" fmla="*/ 625003 w 2357852"/>
                    <a:gd name="connsiteY10" fmla="*/ 5027147 h 5110103"/>
                    <a:gd name="connsiteX11" fmla="*/ 181658 w 2357852"/>
                    <a:gd name="connsiteY11" fmla="*/ 4389837 h 5110103"/>
                    <a:gd name="connsiteX0" fmla="*/ 53817 w 2230011"/>
                    <a:gd name="connsiteY0" fmla="*/ 4520109 h 5240375"/>
                    <a:gd name="connsiteX1" fmla="*/ 141470 w 2230011"/>
                    <a:gd name="connsiteY1" fmla="*/ 397287 h 5240375"/>
                    <a:gd name="connsiteX2" fmla="*/ 1253216 w 2230011"/>
                    <a:gd name="connsiteY2" fmla="*/ 244427 h 5240375"/>
                    <a:gd name="connsiteX3" fmla="*/ 1648237 w 2230011"/>
                    <a:gd name="connsiteY3" fmla="*/ 1120011 h 5240375"/>
                    <a:gd name="connsiteX4" fmla="*/ 1591672 w 2230011"/>
                    <a:gd name="connsiteY4" fmla="*/ 2386509 h 5240375"/>
                    <a:gd name="connsiteX5" fmla="*/ 1411563 w 2230011"/>
                    <a:gd name="connsiteY5" fmla="*/ 3397891 h 5240375"/>
                    <a:gd name="connsiteX6" fmla="*/ 2104290 w 2230011"/>
                    <a:gd name="connsiteY6" fmla="*/ 4284582 h 5240375"/>
                    <a:gd name="connsiteX7" fmla="*/ 2201271 w 2230011"/>
                    <a:gd name="connsiteY7" fmla="*/ 4908037 h 5240375"/>
                    <a:gd name="connsiteX8" fmla="*/ 1771781 w 2230011"/>
                    <a:gd name="connsiteY8" fmla="*/ 5198982 h 5240375"/>
                    <a:gd name="connsiteX9" fmla="*/ 497162 w 2230011"/>
                    <a:gd name="connsiteY9" fmla="*/ 5157419 h 5240375"/>
                    <a:gd name="connsiteX10" fmla="*/ 53817 w 2230011"/>
                    <a:gd name="connsiteY10" fmla="*/ 4520109 h 5240375"/>
                    <a:gd name="connsiteX0" fmla="*/ -5 w 2176189"/>
                    <a:gd name="connsiteY0" fmla="*/ 4436505 h 5156771"/>
                    <a:gd name="connsiteX1" fmla="*/ 1199394 w 2176189"/>
                    <a:gd name="connsiteY1" fmla="*/ 160823 h 5156771"/>
                    <a:gd name="connsiteX2" fmla="*/ 1594415 w 2176189"/>
                    <a:gd name="connsiteY2" fmla="*/ 1036407 h 5156771"/>
                    <a:gd name="connsiteX3" fmla="*/ 1537850 w 2176189"/>
                    <a:gd name="connsiteY3" fmla="*/ 2302905 h 5156771"/>
                    <a:gd name="connsiteX4" fmla="*/ 1357741 w 2176189"/>
                    <a:gd name="connsiteY4" fmla="*/ 3314287 h 5156771"/>
                    <a:gd name="connsiteX5" fmla="*/ 2050468 w 2176189"/>
                    <a:gd name="connsiteY5" fmla="*/ 4200978 h 5156771"/>
                    <a:gd name="connsiteX6" fmla="*/ 2147449 w 2176189"/>
                    <a:gd name="connsiteY6" fmla="*/ 4824433 h 5156771"/>
                    <a:gd name="connsiteX7" fmla="*/ 1717959 w 2176189"/>
                    <a:gd name="connsiteY7" fmla="*/ 5115378 h 5156771"/>
                    <a:gd name="connsiteX8" fmla="*/ 443340 w 2176189"/>
                    <a:gd name="connsiteY8" fmla="*/ 5073815 h 5156771"/>
                    <a:gd name="connsiteX9" fmla="*/ -5 w 2176189"/>
                    <a:gd name="connsiteY9" fmla="*/ 4436505 h 5156771"/>
                    <a:gd name="connsiteX0" fmla="*/ -5 w 2176189"/>
                    <a:gd name="connsiteY0" fmla="*/ 3463358 h 4183624"/>
                    <a:gd name="connsiteX1" fmla="*/ 1594415 w 2176189"/>
                    <a:gd name="connsiteY1" fmla="*/ 63260 h 4183624"/>
                    <a:gd name="connsiteX2" fmla="*/ 1537850 w 2176189"/>
                    <a:gd name="connsiteY2" fmla="*/ 1329758 h 4183624"/>
                    <a:gd name="connsiteX3" fmla="*/ 1357741 w 2176189"/>
                    <a:gd name="connsiteY3" fmla="*/ 2341140 h 4183624"/>
                    <a:gd name="connsiteX4" fmla="*/ 2050468 w 2176189"/>
                    <a:gd name="connsiteY4" fmla="*/ 3227831 h 4183624"/>
                    <a:gd name="connsiteX5" fmla="*/ 2147449 w 2176189"/>
                    <a:gd name="connsiteY5" fmla="*/ 3851286 h 4183624"/>
                    <a:gd name="connsiteX6" fmla="*/ 1717959 w 2176189"/>
                    <a:gd name="connsiteY6" fmla="*/ 4142231 h 4183624"/>
                    <a:gd name="connsiteX7" fmla="*/ 443340 w 2176189"/>
                    <a:gd name="connsiteY7" fmla="*/ 4100668 h 4183624"/>
                    <a:gd name="connsiteX8" fmla="*/ -5 w 2176189"/>
                    <a:gd name="connsiteY8" fmla="*/ 3463358 h 4183624"/>
                    <a:gd name="connsiteX0" fmla="*/ -5 w 2176189"/>
                    <a:gd name="connsiteY0" fmla="*/ 2159358 h 2879624"/>
                    <a:gd name="connsiteX1" fmla="*/ 1537850 w 2176189"/>
                    <a:gd name="connsiteY1" fmla="*/ 25758 h 2879624"/>
                    <a:gd name="connsiteX2" fmla="*/ 1357741 w 2176189"/>
                    <a:gd name="connsiteY2" fmla="*/ 1037140 h 2879624"/>
                    <a:gd name="connsiteX3" fmla="*/ 2050468 w 2176189"/>
                    <a:gd name="connsiteY3" fmla="*/ 1923831 h 2879624"/>
                    <a:gd name="connsiteX4" fmla="*/ 2147449 w 2176189"/>
                    <a:gd name="connsiteY4" fmla="*/ 2547286 h 2879624"/>
                    <a:gd name="connsiteX5" fmla="*/ 1717959 w 2176189"/>
                    <a:gd name="connsiteY5" fmla="*/ 2838231 h 2879624"/>
                    <a:gd name="connsiteX6" fmla="*/ 443340 w 2176189"/>
                    <a:gd name="connsiteY6" fmla="*/ 2796668 h 2879624"/>
                    <a:gd name="connsiteX7" fmla="*/ -5 w 2176189"/>
                    <a:gd name="connsiteY7" fmla="*/ 2159358 h 2879624"/>
                    <a:gd name="connsiteX0" fmla="*/ -5 w 2176189"/>
                    <a:gd name="connsiteY0" fmla="*/ 1123862 h 1844128"/>
                    <a:gd name="connsiteX1" fmla="*/ 1357741 w 2176189"/>
                    <a:gd name="connsiteY1" fmla="*/ 1644 h 1844128"/>
                    <a:gd name="connsiteX2" fmla="*/ 2050468 w 2176189"/>
                    <a:gd name="connsiteY2" fmla="*/ 888335 h 1844128"/>
                    <a:gd name="connsiteX3" fmla="*/ 2147449 w 2176189"/>
                    <a:gd name="connsiteY3" fmla="*/ 1511790 h 1844128"/>
                    <a:gd name="connsiteX4" fmla="*/ 1717959 w 2176189"/>
                    <a:gd name="connsiteY4" fmla="*/ 1802735 h 1844128"/>
                    <a:gd name="connsiteX5" fmla="*/ 443340 w 2176189"/>
                    <a:gd name="connsiteY5" fmla="*/ 1761172 h 1844128"/>
                    <a:gd name="connsiteX6" fmla="*/ -5 w 2176189"/>
                    <a:gd name="connsiteY6" fmla="*/ 1123862 h 18441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189" h="1844128">
                      <a:moveTo>
                        <a:pt x="-5" y="1123862"/>
                      </a:moveTo>
                      <a:cubicBezTo>
                        <a:pt x="152395" y="830607"/>
                        <a:pt x="1015996" y="40899"/>
                        <a:pt x="1357741" y="1644"/>
                      </a:cubicBezTo>
                      <a:cubicBezTo>
                        <a:pt x="1699487" y="-37610"/>
                        <a:pt x="1918850" y="636644"/>
                        <a:pt x="2050468" y="888335"/>
                      </a:cubicBezTo>
                      <a:cubicBezTo>
                        <a:pt x="2182086" y="1140026"/>
                        <a:pt x="2202867" y="1359390"/>
                        <a:pt x="2147449" y="1511790"/>
                      </a:cubicBezTo>
                      <a:cubicBezTo>
                        <a:pt x="2092031" y="1664190"/>
                        <a:pt x="2078177" y="1745008"/>
                        <a:pt x="1717959" y="1802735"/>
                      </a:cubicBezTo>
                      <a:cubicBezTo>
                        <a:pt x="1357741" y="1860462"/>
                        <a:pt x="727358" y="1867390"/>
                        <a:pt x="443340" y="1761172"/>
                      </a:cubicBezTo>
                      <a:cubicBezTo>
                        <a:pt x="159322" y="1654954"/>
                        <a:pt x="103904" y="1555662"/>
                        <a:pt x="-5" y="1123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" name="Oval 72"/>
                <p:cNvSpPr/>
                <p:nvPr/>
              </p:nvSpPr>
              <p:spPr>
                <a:xfrm flipV="1">
                  <a:off x="4516077" y="2057400"/>
                  <a:ext cx="49926" cy="73719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" name="Oval 73"/>
                <p:cNvSpPr/>
                <p:nvPr/>
              </p:nvSpPr>
              <p:spPr>
                <a:xfrm flipV="1">
                  <a:off x="4481125" y="2062429"/>
                  <a:ext cx="22470" cy="45263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" name="Oval 74"/>
                <p:cNvSpPr/>
                <p:nvPr/>
              </p:nvSpPr>
              <p:spPr>
                <a:xfrm flipV="1">
                  <a:off x="4453669" y="2069973"/>
                  <a:ext cx="22470" cy="45263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" name="Oval 75"/>
                <p:cNvSpPr/>
                <p:nvPr/>
              </p:nvSpPr>
              <p:spPr>
                <a:xfrm flipV="1">
                  <a:off x="4424958" y="2079172"/>
                  <a:ext cx="22470" cy="37719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" name="Oval 76"/>
                <p:cNvSpPr/>
                <p:nvPr/>
              </p:nvSpPr>
              <p:spPr>
                <a:xfrm flipV="1">
                  <a:off x="4397502" y="2100148"/>
                  <a:ext cx="22470" cy="30175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83" name="Group 82"/>
              <p:cNvGrpSpPr/>
              <p:nvPr/>
            </p:nvGrpSpPr>
            <p:grpSpPr>
              <a:xfrm rot="16607823">
                <a:off x="4572227" y="2138692"/>
                <a:ext cx="168501" cy="150066"/>
                <a:chOff x="4397502" y="2057400"/>
                <a:chExt cx="168501" cy="150066"/>
              </a:xfrm>
            </p:grpSpPr>
            <p:sp>
              <p:nvSpPr>
                <p:cNvPr id="84" name="Freeform 83"/>
                <p:cNvSpPr/>
                <p:nvPr/>
              </p:nvSpPr>
              <p:spPr>
                <a:xfrm rot="21415007" flipV="1">
                  <a:off x="4403841" y="2138743"/>
                  <a:ext cx="161936" cy="68723"/>
                </a:xfrm>
                <a:custGeom>
                  <a:avLst/>
                  <a:gdLst>
                    <a:gd name="connsiteX0" fmla="*/ 452236 w 2914469"/>
                    <a:gd name="connsiteY0" fmla="*/ 4744449 h 5470974"/>
                    <a:gd name="connsiteX1" fmla="*/ 8891 w 2914469"/>
                    <a:gd name="connsiteY1" fmla="*/ 2749394 h 5470974"/>
                    <a:gd name="connsiteX2" fmla="*/ 175146 w 2914469"/>
                    <a:gd name="connsiteY2" fmla="*/ 1211540 h 5470974"/>
                    <a:gd name="connsiteX3" fmla="*/ 410673 w 2914469"/>
                    <a:gd name="connsiteY3" fmla="*/ 394122 h 5470974"/>
                    <a:gd name="connsiteX4" fmla="*/ 1186527 w 2914469"/>
                    <a:gd name="connsiteY4" fmla="*/ 6194 h 5470974"/>
                    <a:gd name="connsiteX5" fmla="*/ 2142491 w 2914469"/>
                    <a:gd name="connsiteY5" fmla="*/ 269431 h 5470974"/>
                    <a:gd name="connsiteX6" fmla="*/ 2447291 w 2914469"/>
                    <a:gd name="connsiteY6" fmla="*/ 1599467 h 5470974"/>
                    <a:gd name="connsiteX7" fmla="*/ 1990091 w 2914469"/>
                    <a:gd name="connsiteY7" fmla="*/ 2610849 h 5470974"/>
                    <a:gd name="connsiteX8" fmla="*/ 1809982 w 2914469"/>
                    <a:gd name="connsiteY8" fmla="*/ 3622231 h 5470974"/>
                    <a:gd name="connsiteX9" fmla="*/ 2655109 w 2914469"/>
                    <a:gd name="connsiteY9" fmla="*/ 4522776 h 5470974"/>
                    <a:gd name="connsiteX10" fmla="*/ 2890636 w 2914469"/>
                    <a:gd name="connsiteY10" fmla="*/ 5049249 h 5470974"/>
                    <a:gd name="connsiteX11" fmla="*/ 2170200 w 2914469"/>
                    <a:gd name="connsiteY11" fmla="*/ 5423322 h 5470974"/>
                    <a:gd name="connsiteX12" fmla="*/ 729327 w 2914469"/>
                    <a:gd name="connsiteY12" fmla="*/ 5395613 h 5470974"/>
                    <a:gd name="connsiteX13" fmla="*/ 452236 w 2914469"/>
                    <a:gd name="connsiteY13" fmla="*/ 4744449 h 5470974"/>
                    <a:gd name="connsiteX0" fmla="*/ 452236 w 2733397"/>
                    <a:gd name="connsiteY0" fmla="*/ 4744449 h 5470974"/>
                    <a:gd name="connsiteX1" fmla="*/ 8891 w 2733397"/>
                    <a:gd name="connsiteY1" fmla="*/ 2749394 h 5470974"/>
                    <a:gd name="connsiteX2" fmla="*/ 175146 w 2733397"/>
                    <a:gd name="connsiteY2" fmla="*/ 1211540 h 5470974"/>
                    <a:gd name="connsiteX3" fmla="*/ 410673 w 2733397"/>
                    <a:gd name="connsiteY3" fmla="*/ 394122 h 5470974"/>
                    <a:gd name="connsiteX4" fmla="*/ 1186527 w 2733397"/>
                    <a:gd name="connsiteY4" fmla="*/ 6194 h 5470974"/>
                    <a:gd name="connsiteX5" fmla="*/ 2142491 w 2733397"/>
                    <a:gd name="connsiteY5" fmla="*/ 269431 h 5470974"/>
                    <a:gd name="connsiteX6" fmla="*/ 2447291 w 2733397"/>
                    <a:gd name="connsiteY6" fmla="*/ 1599467 h 5470974"/>
                    <a:gd name="connsiteX7" fmla="*/ 1990091 w 2733397"/>
                    <a:gd name="connsiteY7" fmla="*/ 2610849 h 5470974"/>
                    <a:gd name="connsiteX8" fmla="*/ 1809982 w 2733397"/>
                    <a:gd name="connsiteY8" fmla="*/ 3622231 h 5470974"/>
                    <a:gd name="connsiteX9" fmla="*/ 2655109 w 2733397"/>
                    <a:gd name="connsiteY9" fmla="*/ 4522776 h 5470974"/>
                    <a:gd name="connsiteX10" fmla="*/ 2641254 w 2733397"/>
                    <a:gd name="connsiteY10" fmla="*/ 5146231 h 5470974"/>
                    <a:gd name="connsiteX11" fmla="*/ 2170200 w 2733397"/>
                    <a:gd name="connsiteY11" fmla="*/ 5423322 h 5470974"/>
                    <a:gd name="connsiteX12" fmla="*/ 729327 w 2733397"/>
                    <a:gd name="connsiteY12" fmla="*/ 5395613 h 5470974"/>
                    <a:gd name="connsiteX13" fmla="*/ 452236 w 2733397"/>
                    <a:gd name="connsiteY13" fmla="*/ 4744449 h 5470974"/>
                    <a:gd name="connsiteX0" fmla="*/ 452236 w 2662490"/>
                    <a:gd name="connsiteY0" fmla="*/ 4744449 h 5470974"/>
                    <a:gd name="connsiteX1" fmla="*/ 8891 w 2662490"/>
                    <a:gd name="connsiteY1" fmla="*/ 2749394 h 5470974"/>
                    <a:gd name="connsiteX2" fmla="*/ 175146 w 2662490"/>
                    <a:gd name="connsiteY2" fmla="*/ 1211540 h 5470974"/>
                    <a:gd name="connsiteX3" fmla="*/ 410673 w 2662490"/>
                    <a:gd name="connsiteY3" fmla="*/ 394122 h 5470974"/>
                    <a:gd name="connsiteX4" fmla="*/ 1186527 w 2662490"/>
                    <a:gd name="connsiteY4" fmla="*/ 6194 h 5470974"/>
                    <a:gd name="connsiteX5" fmla="*/ 2142491 w 2662490"/>
                    <a:gd name="connsiteY5" fmla="*/ 269431 h 5470974"/>
                    <a:gd name="connsiteX6" fmla="*/ 2447291 w 2662490"/>
                    <a:gd name="connsiteY6" fmla="*/ 1599467 h 5470974"/>
                    <a:gd name="connsiteX7" fmla="*/ 1990091 w 2662490"/>
                    <a:gd name="connsiteY7" fmla="*/ 2610849 h 5470974"/>
                    <a:gd name="connsiteX8" fmla="*/ 1809982 w 2662490"/>
                    <a:gd name="connsiteY8" fmla="*/ 3622231 h 5470974"/>
                    <a:gd name="connsiteX9" fmla="*/ 2502709 w 2662490"/>
                    <a:gd name="connsiteY9" fmla="*/ 4508922 h 5470974"/>
                    <a:gd name="connsiteX10" fmla="*/ 2641254 w 2662490"/>
                    <a:gd name="connsiteY10" fmla="*/ 5146231 h 5470974"/>
                    <a:gd name="connsiteX11" fmla="*/ 2170200 w 2662490"/>
                    <a:gd name="connsiteY11" fmla="*/ 5423322 h 5470974"/>
                    <a:gd name="connsiteX12" fmla="*/ 729327 w 2662490"/>
                    <a:gd name="connsiteY12" fmla="*/ 5395613 h 5470974"/>
                    <a:gd name="connsiteX13" fmla="*/ 452236 w 2662490"/>
                    <a:gd name="connsiteY13" fmla="*/ 4744449 h 5470974"/>
                    <a:gd name="connsiteX0" fmla="*/ 452236 w 2628430"/>
                    <a:gd name="connsiteY0" fmla="*/ 4744449 h 5470974"/>
                    <a:gd name="connsiteX1" fmla="*/ 8891 w 2628430"/>
                    <a:gd name="connsiteY1" fmla="*/ 2749394 h 5470974"/>
                    <a:gd name="connsiteX2" fmla="*/ 175146 w 2628430"/>
                    <a:gd name="connsiteY2" fmla="*/ 1211540 h 5470974"/>
                    <a:gd name="connsiteX3" fmla="*/ 410673 w 2628430"/>
                    <a:gd name="connsiteY3" fmla="*/ 394122 h 5470974"/>
                    <a:gd name="connsiteX4" fmla="*/ 1186527 w 2628430"/>
                    <a:gd name="connsiteY4" fmla="*/ 6194 h 5470974"/>
                    <a:gd name="connsiteX5" fmla="*/ 2142491 w 2628430"/>
                    <a:gd name="connsiteY5" fmla="*/ 269431 h 5470974"/>
                    <a:gd name="connsiteX6" fmla="*/ 2447291 w 2628430"/>
                    <a:gd name="connsiteY6" fmla="*/ 1599467 h 5470974"/>
                    <a:gd name="connsiteX7" fmla="*/ 1990091 w 2628430"/>
                    <a:gd name="connsiteY7" fmla="*/ 2610849 h 5470974"/>
                    <a:gd name="connsiteX8" fmla="*/ 1809982 w 2628430"/>
                    <a:gd name="connsiteY8" fmla="*/ 3622231 h 5470974"/>
                    <a:gd name="connsiteX9" fmla="*/ 2502709 w 2628430"/>
                    <a:gd name="connsiteY9" fmla="*/ 4508922 h 5470974"/>
                    <a:gd name="connsiteX10" fmla="*/ 2599690 w 2628430"/>
                    <a:gd name="connsiteY10" fmla="*/ 5132377 h 5470974"/>
                    <a:gd name="connsiteX11" fmla="*/ 2170200 w 2628430"/>
                    <a:gd name="connsiteY11" fmla="*/ 5423322 h 5470974"/>
                    <a:gd name="connsiteX12" fmla="*/ 729327 w 2628430"/>
                    <a:gd name="connsiteY12" fmla="*/ 5395613 h 5470974"/>
                    <a:gd name="connsiteX13" fmla="*/ 452236 w 2628430"/>
                    <a:gd name="connsiteY13" fmla="*/ 4744449 h 5470974"/>
                    <a:gd name="connsiteX0" fmla="*/ 452236 w 2628430"/>
                    <a:gd name="connsiteY0" fmla="*/ 4744449 h 5464715"/>
                    <a:gd name="connsiteX1" fmla="*/ 8891 w 2628430"/>
                    <a:gd name="connsiteY1" fmla="*/ 2749394 h 5464715"/>
                    <a:gd name="connsiteX2" fmla="*/ 175146 w 2628430"/>
                    <a:gd name="connsiteY2" fmla="*/ 1211540 h 5464715"/>
                    <a:gd name="connsiteX3" fmla="*/ 410673 w 2628430"/>
                    <a:gd name="connsiteY3" fmla="*/ 394122 h 5464715"/>
                    <a:gd name="connsiteX4" fmla="*/ 1186527 w 2628430"/>
                    <a:gd name="connsiteY4" fmla="*/ 6194 h 5464715"/>
                    <a:gd name="connsiteX5" fmla="*/ 2142491 w 2628430"/>
                    <a:gd name="connsiteY5" fmla="*/ 269431 h 5464715"/>
                    <a:gd name="connsiteX6" fmla="*/ 2447291 w 2628430"/>
                    <a:gd name="connsiteY6" fmla="*/ 1599467 h 5464715"/>
                    <a:gd name="connsiteX7" fmla="*/ 1990091 w 2628430"/>
                    <a:gd name="connsiteY7" fmla="*/ 2610849 h 5464715"/>
                    <a:gd name="connsiteX8" fmla="*/ 1809982 w 2628430"/>
                    <a:gd name="connsiteY8" fmla="*/ 3622231 h 5464715"/>
                    <a:gd name="connsiteX9" fmla="*/ 2502709 w 2628430"/>
                    <a:gd name="connsiteY9" fmla="*/ 4508922 h 5464715"/>
                    <a:gd name="connsiteX10" fmla="*/ 2599690 w 2628430"/>
                    <a:gd name="connsiteY10" fmla="*/ 5132377 h 5464715"/>
                    <a:gd name="connsiteX11" fmla="*/ 2170200 w 2628430"/>
                    <a:gd name="connsiteY11" fmla="*/ 5423322 h 5464715"/>
                    <a:gd name="connsiteX12" fmla="*/ 895581 w 2628430"/>
                    <a:gd name="connsiteY12" fmla="*/ 5381759 h 5464715"/>
                    <a:gd name="connsiteX13" fmla="*/ 452236 w 2628430"/>
                    <a:gd name="connsiteY13" fmla="*/ 4744449 h 5464715"/>
                    <a:gd name="connsiteX0" fmla="*/ 281453 w 2457647"/>
                    <a:gd name="connsiteY0" fmla="*/ 4744449 h 5464715"/>
                    <a:gd name="connsiteX1" fmla="*/ 101345 w 2457647"/>
                    <a:gd name="connsiteY1" fmla="*/ 2790958 h 5464715"/>
                    <a:gd name="connsiteX2" fmla="*/ 4363 w 2457647"/>
                    <a:gd name="connsiteY2" fmla="*/ 1211540 h 5464715"/>
                    <a:gd name="connsiteX3" fmla="*/ 239890 w 2457647"/>
                    <a:gd name="connsiteY3" fmla="*/ 394122 h 5464715"/>
                    <a:gd name="connsiteX4" fmla="*/ 1015744 w 2457647"/>
                    <a:gd name="connsiteY4" fmla="*/ 6194 h 5464715"/>
                    <a:gd name="connsiteX5" fmla="*/ 1971708 w 2457647"/>
                    <a:gd name="connsiteY5" fmla="*/ 269431 h 5464715"/>
                    <a:gd name="connsiteX6" fmla="*/ 2276508 w 2457647"/>
                    <a:gd name="connsiteY6" fmla="*/ 1599467 h 5464715"/>
                    <a:gd name="connsiteX7" fmla="*/ 1819308 w 2457647"/>
                    <a:gd name="connsiteY7" fmla="*/ 2610849 h 5464715"/>
                    <a:gd name="connsiteX8" fmla="*/ 1639199 w 2457647"/>
                    <a:gd name="connsiteY8" fmla="*/ 3622231 h 5464715"/>
                    <a:gd name="connsiteX9" fmla="*/ 2331926 w 2457647"/>
                    <a:gd name="connsiteY9" fmla="*/ 4508922 h 5464715"/>
                    <a:gd name="connsiteX10" fmla="*/ 2428907 w 2457647"/>
                    <a:gd name="connsiteY10" fmla="*/ 5132377 h 5464715"/>
                    <a:gd name="connsiteX11" fmla="*/ 1999417 w 2457647"/>
                    <a:gd name="connsiteY11" fmla="*/ 5423322 h 5464715"/>
                    <a:gd name="connsiteX12" fmla="*/ 724798 w 2457647"/>
                    <a:gd name="connsiteY12" fmla="*/ 5381759 h 5464715"/>
                    <a:gd name="connsiteX13" fmla="*/ 281453 w 2457647"/>
                    <a:gd name="connsiteY13" fmla="*/ 4744449 h 5464715"/>
                    <a:gd name="connsiteX0" fmla="*/ 281453 w 2457647"/>
                    <a:gd name="connsiteY0" fmla="*/ 4742063 h 5462329"/>
                    <a:gd name="connsiteX1" fmla="*/ 101345 w 2457647"/>
                    <a:gd name="connsiteY1" fmla="*/ 2788572 h 5462329"/>
                    <a:gd name="connsiteX2" fmla="*/ 4363 w 2457647"/>
                    <a:gd name="connsiteY2" fmla="*/ 1209154 h 5462329"/>
                    <a:gd name="connsiteX3" fmla="*/ 239890 w 2457647"/>
                    <a:gd name="connsiteY3" fmla="*/ 391736 h 5462329"/>
                    <a:gd name="connsiteX4" fmla="*/ 1015744 w 2457647"/>
                    <a:gd name="connsiteY4" fmla="*/ 3808 h 5462329"/>
                    <a:gd name="connsiteX5" fmla="*/ 1971708 w 2457647"/>
                    <a:gd name="connsiteY5" fmla="*/ 267045 h 5462329"/>
                    <a:gd name="connsiteX6" fmla="*/ 1875873 w 2457647"/>
                    <a:gd name="connsiteY6" fmla="*/ 1341965 h 5462329"/>
                    <a:gd name="connsiteX7" fmla="*/ 1819308 w 2457647"/>
                    <a:gd name="connsiteY7" fmla="*/ 2608463 h 5462329"/>
                    <a:gd name="connsiteX8" fmla="*/ 1639199 w 2457647"/>
                    <a:gd name="connsiteY8" fmla="*/ 3619845 h 5462329"/>
                    <a:gd name="connsiteX9" fmla="*/ 2331926 w 2457647"/>
                    <a:gd name="connsiteY9" fmla="*/ 4506536 h 5462329"/>
                    <a:gd name="connsiteX10" fmla="*/ 2428907 w 2457647"/>
                    <a:gd name="connsiteY10" fmla="*/ 5129991 h 5462329"/>
                    <a:gd name="connsiteX11" fmla="*/ 1999417 w 2457647"/>
                    <a:gd name="connsiteY11" fmla="*/ 5420936 h 5462329"/>
                    <a:gd name="connsiteX12" fmla="*/ 724798 w 2457647"/>
                    <a:gd name="connsiteY12" fmla="*/ 5379373 h 5462329"/>
                    <a:gd name="connsiteX13" fmla="*/ 281453 w 2457647"/>
                    <a:gd name="connsiteY13" fmla="*/ 4742063 h 5462329"/>
                    <a:gd name="connsiteX0" fmla="*/ 281453 w 2457647"/>
                    <a:gd name="connsiteY0" fmla="*/ 4778590 h 5498856"/>
                    <a:gd name="connsiteX1" fmla="*/ 101345 w 2457647"/>
                    <a:gd name="connsiteY1" fmla="*/ 2825099 h 5498856"/>
                    <a:gd name="connsiteX2" fmla="*/ 4363 w 2457647"/>
                    <a:gd name="connsiteY2" fmla="*/ 1245681 h 5498856"/>
                    <a:gd name="connsiteX3" fmla="*/ 239890 w 2457647"/>
                    <a:gd name="connsiteY3" fmla="*/ 428263 h 5498856"/>
                    <a:gd name="connsiteX4" fmla="*/ 1015744 w 2457647"/>
                    <a:gd name="connsiteY4" fmla="*/ 40335 h 5498856"/>
                    <a:gd name="connsiteX5" fmla="*/ 1875873 w 2457647"/>
                    <a:gd name="connsiteY5" fmla="*/ 1378492 h 5498856"/>
                    <a:gd name="connsiteX6" fmla="*/ 1819308 w 2457647"/>
                    <a:gd name="connsiteY6" fmla="*/ 2644990 h 5498856"/>
                    <a:gd name="connsiteX7" fmla="*/ 1639199 w 2457647"/>
                    <a:gd name="connsiteY7" fmla="*/ 3656372 h 5498856"/>
                    <a:gd name="connsiteX8" fmla="*/ 2331926 w 2457647"/>
                    <a:gd name="connsiteY8" fmla="*/ 4543063 h 5498856"/>
                    <a:gd name="connsiteX9" fmla="*/ 2428907 w 2457647"/>
                    <a:gd name="connsiteY9" fmla="*/ 5166518 h 5498856"/>
                    <a:gd name="connsiteX10" fmla="*/ 1999417 w 2457647"/>
                    <a:gd name="connsiteY10" fmla="*/ 5457463 h 5498856"/>
                    <a:gd name="connsiteX11" fmla="*/ 724798 w 2457647"/>
                    <a:gd name="connsiteY11" fmla="*/ 5415900 h 5498856"/>
                    <a:gd name="connsiteX12" fmla="*/ 281453 w 2457647"/>
                    <a:gd name="connsiteY12" fmla="*/ 4778590 h 5498856"/>
                    <a:gd name="connsiteX0" fmla="*/ 281453 w 2457647"/>
                    <a:gd name="connsiteY0" fmla="*/ 4681044 h 5401310"/>
                    <a:gd name="connsiteX1" fmla="*/ 101345 w 2457647"/>
                    <a:gd name="connsiteY1" fmla="*/ 2727553 h 5401310"/>
                    <a:gd name="connsiteX2" fmla="*/ 4363 w 2457647"/>
                    <a:gd name="connsiteY2" fmla="*/ 1148135 h 5401310"/>
                    <a:gd name="connsiteX3" fmla="*/ 239890 w 2457647"/>
                    <a:gd name="connsiteY3" fmla="*/ 330717 h 5401310"/>
                    <a:gd name="connsiteX4" fmla="*/ 1521426 w 2457647"/>
                    <a:gd name="connsiteY4" fmla="*/ 49479 h 5401310"/>
                    <a:gd name="connsiteX5" fmla="*/ 1875873 w 2457647"/>
                    <a:gd name="connsiteY5" fmla="*/ 1280946 h 5401310"/>
                    <a:gd name="connsiteX6" fmla="*/ 1819308 w 2457647"/>
                    <a:gd name="connsiteY6" fmla="*/ 2547444 h 5401310"/>
                    <a:gd name="connsiteX7" fmla="*/ 1639199 w 2457647"/>
                    <a:gd name="connsiteY7" fmla="*/ 3558826 h 5401310"/>
                    <a:gd name="connsiteX8" fmla="*/ 2331926 w 2457647"/>
                    <a:gd name="connsiteY8" fmla="*/ 4445517 h 5401310"/>
                    <a:gd name="connsiteX9" fmla="*/ 2428907 w 2457647"/>
                    <a:gd name="connsiteY9" fmla="*/ 5068972 h 5401310"/>
                    <a:gd name="connsiteX10" fmla="*/ 1999417 w 2457647"/>
                    <a:gd name="connsiteY10" fmla="*/ 5359917 h 5401310"/>
                    <a:gd name="connsiteX11" fmla="*/ 724798 w 2457647"/>
                    <a:gd name="connsiteY11" fmla="*/ 5318354 h 5401310"/>
                    <a:gd name="connsiteX12" fmla="*/ 281453 w 2457647"/>
                    <a:gd name="connsiteY12" fmla="*/ 4681044 h 5401310"/>
                    <a:gd name="connsiteX0" fmla="*/ 281453 w 2457647"/>
                    <a:gd name="connsiteY0" fmla="*/ 4423142 h 5143408"/>
                    <a:gd name="connsiteX1" fmla="*/ 101345 w 2457647"/>
                    <a:gd name="connsiteY1" fmla="*/ 2469651 h 5143408"/>
                    <a:gd name="connsiteX2" fmla="*/ 4363 w 2457647"/>
                    <a:gd name="connsiteY2" fmla="*/ 890233 h 5143408"/>
                    <a:gd name="connsiteX3" fmla="*/ 239890 w 2457647"/>
                    <a:gd name="connsiteY3" fmla="*/ 72815 h 5143408"/>
                    <a:gd name="connsiteX4" fmla="*/ 1480852 w 2457647"/>
                    <a:gd name="connsiteY4" fmla="*/ 147460 h 5143408"/>
                    <a:gd name="connsiteX5" fmla="*/ 1875873 w 2457647"/>
                    <a:gd name="connsiteY5" fmla="*/ 1023044 h 5143408"/>
                    <a:gd name="connsiteX6" fmla="*/ 1819308 w 2457647"/>
                    <a:gd name="connsiteY6" fmla="*/ 2289542 h 5143408"/>
                    <a:gd name="connsiteX7" fmla="*/ 1639199 w 2457647"/>
                    <a:gd name="connsiteY7" fmla="*/ 3300924 h 5143408"/>
                    <a:gd name="connsiteX8" fmla="*/ 2331926 w 2457647"/>
                    <a:gd name="connsiteY8" fmla="*/ 4187615 h 5143408"/>
                    <a:gd name="connsiteX9" fmla="*/ 2428907 w 2457647"/>
                    <a:gd name="connsiteY9" fmla="*/ 4811070 h 5143408"/>
                    <a:gd name="connsiteX10" fmla="*/ 1999417 w 2457647"/>
                    <a:gd name="connsiteY10" fmla="*/ 5102015 h 5143408"/>
                    <a:gd name="connsiteX11" fmla="*/ 724798 w 2457647"/>
                    <a:gd name="connsiteY11" fmla="*/ 5060452 h 5143408"/>
                    <a:gd name="connsiteX12" fmla="*/ 281453 w 2457647"/>
                    <a:gd name="connsiteY12" fmla="*/ 4423142 h 5143408"/>
                    <a:gd name="connsiteX0" fmla="*/ 366492 w 2542686"/>
                    <a:gd name="connsiteY0" fmla="*/ 4276609 h 4996875"/>
                    <a:gd name="connsiteX1" fmla="*/ 186384 w 2542686"/>
                    <a:gd name="connsiteY1" fmla="*/ 2323118 h 4996875"/>
                    <a:gd name="connsiteX2" fmla="*/ 89402 w 2542686"/>
                    <a:gd name="connsiteY2" fmla="*/ 743700 h 4996875"/>
                    <a:gd name="connsiteX3" fmla="*/ 1565891 w 2542686"/>
                    <a:gd name="connsiteY3" fmla="*/ 927 h 4996875"/>
                    <a:gd name="connsiteX4" fmla="*/ 1960912 w 2542686"/>
                    <a:gd name="connsiteY4" fmla="*/ 876511 h 4996875"/>
                    <a:gd name="connsiteX5" fmla="*/ 1904347 w 2542686"/>
                    <a:gd name="connsiteY5" fmla="*/ 2143009 h 4996875"/>
                    <a:gd name="connsiteX6" fmla="*/ 1724238 w 2542686"/>
                    <a:gd name="connsiteY6" fmla="*/ 3154391 h 4996875"/>
                    <a:gd name="connsiteX7" fmla="*/ 2416965 w 2542686"/>
                    <a:gd name="connsiteY7" fmla="*/ 4041082 h 4996875"/>
                    <a:gd name="connsiteX8" fmla="*/ 2513946 w 2542686"/>
                    <a:gd name="connsiteY8" fmla="*/ 4664537 h 4996875"/>
                    <a:gd name="connsiteX9" fmla="*/ 2084456 w 2542686"/>
                    <a:gd name="connsiteY9" fmla="*/ 4955482 h 4996875"/>
                    <a:gd name="connsiteX10" fmla="*/ 809837 w 2542686"/>
                    <a:gd name="connsiteY10" fmla="*/ 4913919 h 4996875"/>
                    <a:gd name="connsiteX11" fmla="*/ 366492 w 2542686"/>
                    <a:gd name="connsiteY11" fmla="*/ 4276609 h 4996875"/>
                    <a:gd name="connsiteX0" fmla="*/ 181658 w 2357852"/>
                    <a:gd name="connsiteY0" fmla="*/ 4389837 h 5110103"/>
                    <a:gd name="connsiteX1" fmla="*/ 1550 w 2357852"/>
                    <a:gd name="connsiteY1" fmla="*/ 2436346 h 5110103"/>
                    <a:gd name="connsiteX2" fmla="*/ 269311 w 2357852"/>
                    <a:gd name="connsiteY2" fmla="*/ 267015 h 5110103"/>
                    <a:gd name="connsiteX3" fmla="*/ 1381057 w 2357852"/>
                    <a:gd name="connsiteY3" fmla="*/ 114155 h 5110103"/>
                    <a:gd name="connsiteX4" fmla="*/ 1776078 w 2357852"/>
                    <a:gd name="connsiteY4" fmla="*/ 989739 h 5110103"/>
                    <a:gd name="connsiteX5" fmla="*/ 1719513 w 2357852"/>
                    <a:gd name="connsiteY5" fmla="*/ 2256237 h 5110103"/>
                    <a:gd name="connsiteX6" fmla="*/ 1539404 w 2357852"/>
                    <a:gd name="connsiteY6" fmla="*/ 3267619 h 5110103"/>
                    <a:gd name="connsiteX7" fmla="*/ 2232131 w 2357852"/>
                    <a:gd name="connsiteY7" fmla="*/ 4154310 h 5110103"/>
                    <a:gd name="connsiteX8" fmla="*/ 2329112 w 2357852"/>
                    <a:gd name="connsiteY8" fmla="*/ 4777765 h 5110103"/>
                    <a:gd name="connsiteX9" fmla="*/ 1899622 w 2357852"/>
                    <a:gd name="connsiteY9" fmla="*/ 5068710 h 5110103"/>
                    <a:gd name="connsiteX10" fmla="*/ 625003 w 2357852"/>
                    <a:gd name="connsiteY10" fmla="*/ 5027147 h 5110103"/>
                    <a:gd name="connsiteX11" fmla="*/ 181658 w 2357852"/>
                    <a:gd name="connsiteY11" fmla="*/ 4389837 h 5110103"/>
                    <a:gd name="connsiteX0" fmla="*/ 53817 w 2230011"/>
                    <a:gd name="connsiteY0" fmla="*/ 4520109 h 5240375"/>
                    <a:gd name="connsiteX1" fmla="*/ 141470 w 2230011"/>
                    <a:gd name="connsiteY1" fmla="*/ 397287 h 5240375"/>
                    <a:gd name="connsiteX2" fmla="*/ 1253216 w 2230011"/>
                    <a:gd name="connsiteY2" fmla="*/ 244427 h 5240375"/>
                    <a:gd name="connsiteX3" fmla="*/ 1648237 w 2230011"/>
                    <a:gd name="connsiteY3" fmla="*/ 1120011 h 5240375"/>
                    <a:gd name="connsiteX4" fmla="*/ 1591672 w 2230011"/>
                    <a:gd name="connsiteY4" fmla="*/ 2386509 h 5240375"/>
                    <a:gd name="connsiteX5" fmla="*/ 1411563 w 2230011"/>
                    <a:gd name="connsiteY5" fmla="*/ 3397891 h 5240375"/>
                    <a:gd name="connsiteX6" fmla="*/ 2104290 w 2230011"/>
                    <a:gd name="connsiteY6" fmla="*/ 4284582 h 5240375"/>
                    <a:gd name="connsiteX7" fmla="*/ 2201271 w 2230011"/>
                    <a:gd name="connsiteY7" fmla="*/ 4908037 h 5240375"/>
                    <a:gd name="connsiteX8" fmla="*/ 1771781 w 2230011"/>
                    <a:gd name="connsiteY8" fmla="*/ 5198982 h 5240375"/>
                    <a:gd name="connsiteX9" fmla="*/ 497162 w 2230011"/>
                    <a:gd name="connsiteY9" fmla="*/ 5157419 h 5240375"/>
                    <a:gd name="connsiteX10" fmla="*/ 53817 w 2230011"/>
                    <a:gd name="connsiteY10" fmla="*/ 4520109 h 5240375"/>
                    <a:gd name="connsiteX0" fmla="*/ -5 w 2176189"/>
                    <a:gd name="connsiteY0" fmla="*/ 4436505 h 5156771"/>
                    <a:gd name="connsiteX1" fmla="*/ 1199394 w 2176189"/>
                    <a:gd name="connsiteY1" fmla="*/ 160823 h 5156771"/>
                    <a:gd name="connsiteX2" fmla="*/ 1594415 w 2176189"/>
                    <a:gd name="connsiteY2" fmla="*/ 1036407 h 5156771"/>
                    <a:gd name="connsiteX3" fmla="*/ 1537850 w 2176189"/>
                    <a:gd name="connsiteY3" fmla="*/ 2302905 h 5156771"/>
                    <a:gd name="connsiteX4" fmla="*/ 1357741 w 2176189"/>
                    <a:gd name="connsiteY4" fmla="*/ 3314287 h 5156771"/>
                    <a:gd name="connsiteX5" fmla="*/ 2050468 w 2176189"/>
                    <a:gd name="connsiteY5" fmla="*/ 4200978 h 5156771"/>
                    <a:gd name="connsiteX6" fmla="*/ 2147449 w 2176189"/>
                    <a:gd name="connsiteY6" fmla="*/ 4824433 h 5156771"/>
                    <a:gd name="connsiteX7" fmla="*/ 1717959 w 2176189"/>
                    <a:gd name="connsiteY7" fmla="*/ 5115378 h 5156771"/>
                    <a:gd name="connsiteX8" fmla="*/ 443340 w 2176189"/>
                    <a:gd name="connsiteY8" fmla="*/ 5073815 h 5156771"/>
                    <a:gd name="connsiteX9" fmla="*/ -5 w 2176189"/>
                    <a:gd name="connsiteY9" fmla="*/ 4436505 h 5156771"/>
                    <a:gd name="connsiteX0" fmla="*/ -5 w 2176189"/>
                    <a:gd name="connsiteY0" fmla="*/ 3463358 h 4183624"/>
                    <a:gd name="connsiteX1" fmla="*/ 1594415 w 2176189"/>
                    <a:gd name="connsiteY1" fmla="*/ 63260 h 4183624"/>
                    <a:gd name="connsiteX2" fmla="*/ 1537850 w 2176189"/>
                    <a:gd name="connsiteY2" fmla="*/ 1329758 h 4183624"/>
                    <a:gd name="connsiteX3" fmla="*/ 1357741 w 2176189"/>
                    <a:gd name="connsiteY3" fmla="*/ 2341140 h 4183624"/>
                    <a:gd name="connsiteX4" fmla="*/ 2050468 w 2176189"/>
                    <a:gd name="connsiteY4" fmla="*/ 3227831 h 4183624"/>
                    <a:gd name="connsiteX5" fmla="*/ 2147449 w 2176189"/>
                    <a:gd name="connsiteY5" fmla="*/ 3851286 h 4183624"/>
                    <a:gd name="connsiteX6" fmla="*/ 1717959 w 2176189"/>
                    <a:gd name="connsiteY6" fmla="*/ 4142231 h 4183624"/>
                    <a:gd name="connsiteX7" fmla="*/ 443340 w 2176189"/>
                    <a:gd name="connsiteY7" fmla="*/ 4100668 h 4183624"/>
                    <a:gd name="connsiteX8" fmla="*/ -5 w 2176189"/>
                    <a:gd name="connsiteY8" fmla="*/ 3463358 h 4183624"/>
                    <a:gd name="connsiteX0" fmla="*/ -5 w 2176189"/>
                    <a:gd name="connsiteY0" fmla="*/ 2159358 h 2879624"/>
                    <a:gd name="connsiteX1" fmla="*/ 1537850 w 2176189"/>
                    <a:gd name="connsiteY1" fmla="*/ 25758 h 2879624"/>
                    <a:gd name="connsiteX2" fmla="*/ 1357741 w 2176189"/>
                    <a:gd name="connsiteY2" fmla="*/ 1037140 h 2879624"/>
                    <a:gd name="connsiteX3" fmla="*/ 2050468 w 2176189"/>
                    <a:gd name="connsiteY3" fmla="*/ 1923831 h 2879624"/>
                    <a:gd name="connsiteX4" fmla="*/ 2147449 w 2176189"/>
                    <a:gd name="connsiteY4" fmla="*/ 2547286 h 2879624"/>
                    <a:gd name="connsiteX5" fmla="*/ 1717959 w 2176189"/>
                    <a:gd name="connsiteY5" fmla="*/ 2838231 h 2879624"/>
                    <a:gd name="connsiteX6" fmla="*/ 443340 w 2176189"/>
                    <a:gd name="connsiteY6" fmla="*/ 2796668 h 2879624"/>
                    <a:gd name="connsiteX7" fmla="*/ -5 w 2176189"/>
                    <a:gd name="connsiteY7" fmla="*/ 2159358 h 2879624"/>
                    <a:gd name="connsiteX0" fmla="*/ -5 w 2176189"/>
                    <a:gd name="connsiteY0" fmla="*/ 1123862 h 1844128"/>
                    <a:gd name="connsiteX1" fmla="*/ 1357741 w 2176189"/>
                    <a:gd name="connsiteY1" fmla="*/ 1644 h 1844128"/>
                    <a:gd name="connsiteX2" fmla="*/ 2050468 w 2176189"/>
                    <a:gd name="connsiteY2" fmla="*/ 888335 h 1844128"/>
                    <a:gd name="connsiteX3" fmla="*/ 2147449 w 2176189"/>
                    <a:gd name="connsiteY3" fmla="*/ 1511790 h 1844128"/>
                    <a:gd name="connsiteX4" fmla="*/ 1717959 w 2176189"/>
                    <a:gd name="connsiteY4" fmla="*/ 1802735 h 1844128"/>
                    <a:gd name="connsiteX5" fmla="*/ 443340 w 2176189"/>
                    <a:gd name="connsiteY5" fmla="*/ 1761172 h 1844128"/>
                    <a:gd name="connsiteX6" fmla="*/ -5 w 2176189"/>
                    <a:gd name="connsiteY6" fmla="*/ 1123862 h 18441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189" h="1844128">
                      <a:moveTo>
                        <a:pt x="-5" y="1123862"/>
                      </a:moveTo>
                      <a:cubicBezTo>
                        <a:pt x="152395" y="830607"/>
                        <a:pt x="1015996" y="40899"/>
                        <a:pt x="1357741" y="1644"/>
                      </a:cubicBezTo>
                      <a:cubicBezTo>
                        <a:pt x="1699487" y="-37610"/>
                        <a:pt x="1918850" y="636644"/>
                        <a:pt x="2050468" y="888335"/>
                      </a:cubicBezTo>
                      <a:cubicBezTo>
                        <a:pt x="2182086" y="1140026"/>
                        <a:pt x="2202867" y="1359390"/>
                        <a:pt x="2147449" y="1511790"/>
                      </a:cubicBezTo>
                      <a:cubicBezTo>
                        <a:pt x="2092031" y="1664190"/>
                        <a:pt x="2078177" y="1745008"/>
                        <a:pt x="1717959" y="1802735"/>
                      </a:cubicBezTo>
                      <a:cubicBezTo>
                        <a:pt x="1357741" y="1860462"/>
                        <a:pt x="727358" y="1867390"/>
                        <a:pt x="443340" y="1761172"/>
                      </a:cubicBezTo>
                      <a:cubicBezTo>
                        <a:pt x="159322" y="1654954"/>
                        <a:pt x="103904" y="1555662"/>
                        <a:pt x="-5" y="1123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Oval 84"/>
                <p:cNvSpPr/>
                <p:nvPr/>
              </p:nvSpPr>
              <p:spPr>
                <a:xfrm flipV="1">
                  <a:off x="4516077" y="2057400"/>
                  <a:ext cx="49926" cy="73719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Oval 85"/>
                <p:cNvSpPr/>
                <p:nvPr/>
              </p:nvSpPr>
              <p:spPr>
                <a:xfrm flipV="1">
                  <a:off x="4481125" y="2062429"/>
                  <a:ext cx="22470" cy="45263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" name="Oval 86"/>
                <p:cNvSpPr/>
                <p:nvPr/>
              </p:nvSpPr>
              <p:spPr>
                <a:xfrm flipV="1">
                  <a:off x="4453669" y="2069973"/>
                  <a:ext cx="22470" cy="45263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Oval 87"/>
                <p:cNvSpPr/>
                <p:nvPr/>
              </p:nvSpPr>
              <p:spPr>
                <a:xfrm flipV="1">
                  <a:off x="4424958" y="2079172"/>
                  <a:ext cx="22470" cy="37719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Oval 88"/>
                <p:cNvSpPr/>
                <p:nvPr/>
              </p:nvSpPr>
              <p:spPr>
                <a:xfrm flipV="1">
                  <a:off x="4397502" y="2100148"/>
                  <a:ext cx="22470" cy="30175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0" name="Group 89"/>
              <p:cNvGrpSpPr/>
              <p:nvPr/>
            </p:nvGrpSpPr>
            <p:grpSpPr>
              <a:xfrm rot="3532570">
                <a:off x="4303769" y="2223597"/>
                <a:ext cx="168501" cy="150066"/>
                <a:chOff x="4397502" y="2057400"/>
                <a:chExt cx="168501" cy="150066"/>
              </a:xfrm>
            </p:grpSpPr>
            <p:sp>
              <p:nvSpPr>
                <p:cNvPr id="91" name="Freeform 90"/>
                <p:cNvSpPr/>
                <p:nvPr/>
              </p:nvSpPr>
              <p:spPr>
                <a:xfrm rot="21415007" flipV="1">
                  <a:off x="4403841" y="2138743"/>
                  <a:ext cx="161936" cy="68723"/>
                </a:xfrm>
                <a:custGeom>
                  <a:avLst/>
                  <a:gdLst>
                    <a:gd name="connsiteX0" fmla="*/ 452236 w 2914469"/>
                    <a:gd name="connsiteY0" fmla="*/ 4744449 h 5470974"/>
                    <a:gd name="connsiteX1" fmla="*/ 8891 w 2914469"/>
                    <a:gd name="connsiteY1" fmla="*/ 2749394 h 5470974"/>
                    <a:gd name="connsiteX2" fmla="*/ 175146 w 2914469"/>
                    <a:gd name="connsiteY2" fmla="*/ 1211540 h 5470974"/>
                    <a:gd name="connsiteX3" fmla="*/ 410673 w 2914469"/>
                    <a:gd name="connsiteY3" fmla="*/ 394122 h 5470974"/>
                    <a:gd name="connsiteX4" fmla="*/ 1186527 w 2914469"/>
                    <a:gd name="connsiteY4" fmla="*/ 6194 h 5470974"/>
                    <a:gd name="connsiteX5" fmla="*/ 2142491 w 2914469"/>
                    <a:gd name="connsiteY5" fmla="*/ 269431 h 5470974"/>
                    <a:gd name="connsiteX6" fmla="*/ 2447291 w 2914469"/>
                    <a:gd name="connsiteY6" fmla="*/ 1599467 h 5470974"/>
                    <a:gd name="connsiteX7" fmla="*/ 1990091 w 2914469"/>
                    <a:gd name="connsiteY7" fmla="*/ 2610849 h 5470974"/>
                    <a:gd name="connsiteX8" fmla="*/ 1809982 w 2914469"/>
                    <a:gd name="connsiteY8" fmla="*/ 3622231 h 5470974"/>
                    <a:gd name="connsiteX9" fmla="*/ 2655109 w 2914469"/>
                    <a:gd name="connsiteY9" fmla="*/ 4522776 h 5470974"/>
                    <a:gd name="connsiteX10" fmla="*/ 2890636 w 2914469"/>
                    <a:gd name="connsiteY10" fmla="*/ 5049249 h 5470974"/>
                    <a:gd name="connsiteX11" fmla="*/ 2170200 w 2914469"/>
                    <a:gd name="connsiteY11" fmla="*/ 5423322 h 5470974"/>
                    <a:gd name="connsiteX12" fmla="*/ 729327 w 2914469"/>
                    <a:gd name="connsiteY12" fmla="*/ 5395613 h 5470974"/>
                    <a:gd name="connsiteX13" fmla="*/ 452236 w 2914469"/>
                    <a:gd name="connsiteY13" fmla="*/ 4744449 h 5470974"/>
                    <a:gd name="connsiteX0" fmla="*/ 452236 w 2733397"/>
                    <a:gd name="connsiteY0" fmla="*/ 4744449 h 5470974"/>
                    <a:gd name="connsiteX1" fmla="*/ 8891 w 2733397"/>
                    <a:gd name="connsiteY1" fmla="*/ 2749394 h 5470974"/>
                    <a:gd name="connsiteX2" fmla="*/ 175146 w 2733397"/>
                    <a:gd name="connsiteY2" fmla="*/ 1211540 h 5470974"/>
                    <a:gd name="connsiteX3" fmla="*/ 410673 w 2733397"/>
                    <a:gd name="connsiteY3" fmla="*/ 394122 h 5470974"/>
                    <a:gd name="connsiteX4" fmla="*/ 1186527 w 2733397"/>
                    <a:gd name="connsiteY4" fmla="*/ 6194 h 5470974"/>
                    <a:gd name="connsiteX5" fmla="*/ 2142491 w 2733397"/>
                    <a:gd name="connsiteY5" fmla="*/ 269431 h 5470974"/>
                    <a:gd name="connsiteX6" fmla="*/ 2447291 w 2733397"/>
                    <a:gd name="connsiteY6" fmla="*/ 1599467 h 5470974"/>
                    <a:gd name="connsiteX7" fmla="*/ 1990091 w 2733397"/>
                    <a:gd name="connsiteY7" fmla="*/ 2610849 h 5470974"/>
                    <a:gd name="connsiteX8" fmla="*/ 1809982 w 2733397"/>
                    <a:gd name="connsiteY8" fmla="*/ 3622231 h 5470974"/>
                    <a:gd name="connsiteX9" fmla="*/ 2655109 w 2733397"/>
                    <a:gd name="connsiteY9" fmla="*/ 4522776 h 5470974"/>
                    <a:gd name="connsiteX10" fmla="*/ 2641254 w 2733397"/>
                    <a:gd name="connsiteY10" fmla="*/ 5146231 h 5470974"/>
                    <a:gd name="connsiteX11" fmla="*/ 2170200 w 2733397"/>
                    <a:gd name="connsiteY11" fmla="*/ 5423322 h 5470974"/>
                    <a:gd name="connsiteX12" fmla="*/ 729327 w 2733397"/>
                    <a:gd name="connsiteY12" fmla="*/ 5395613 h 5470974"/>
                    <a:gd name="connsiteX13" fmla="*/ 452236 w 2733397"/>
                    <a:gd name="connsiteY13" fmla="*/ 4744449 h 5470974"/>
                    <a:gd name="connsiteX0" fmla="*/ 452236 w 2662490"/>
                    <a:gd name="connsiteY0" fmla="*/ 4744449 h 5470974"/>
                    <a:gd name="connsiteX1" fmla="*/ 8891 w 2662490"/>
                    <a:gd name="connsiteY1" fmla="*/ 2749394 h 5470974"/>
                    <a:gd name="connsiteX2" fmla="*/ 175146 w 2662490"/>
                    <a:gd name="connsiteY2" fmla="*/ 1211540 h 5470974"/>
                    <a:gd name="connsiteX3" fmla="*/ 410673 w 2662490"/>
                    <a:gd name="connsiteY3" fmla="*/ 394122 h 5470974"/>
                    <a:gd name="connsiteX4" fmla="*/ 1186527 w 2662490"/>
                    <a:gd name="connsiteY4" fmla="*/ 6194 h 5470974"/>
                    <a:gd name="connsiteX5" fmla="*/ 2142491 w 2662490"/>
                    <a:gd name="connsiteY5" fmla="*/ 269431 h 5470974"/>
                    <a:gd name="connsiteX6" fmla="*/ 2447291 w 2662490"/>
                    <a:gd name="connsiteY6" fmla="*/ 1599467 h 5470974"/>
                    <a:gd name="connsiteX7" fmla="*/ 1990091 w 2662490"/>
                    <a:gd name="connsiteY7" fmla="*/ 2610849 h 5470974"/>
                    <a:gd name="connsiteX8" fmla="*/ 1809982 w 2662490"/>
                    <a:gd name="connsiteY8" fmla="*/ 3622231 h 5470974"/>
                    <a:gd name="connsiteX9" fmla="*/ 2502709 w 2662490"/>
                    <a:gd name="connsiteY9" fmla="*/ 4508922 h 5470974"/>
                    <a:gd name="connsiteX10" fmla="*/ 2641254 w 2662490"/>
                    <a:gd name="connsiteY10" fmla="*/ 5146231 h 5470974"/>
                    <a:gd name="connsiteX11" fmla="*/ 2170200 w 2662490"/>
                    <a:gd name="connsiteY11" fmla="*/ 5423322 h 5470974"/>
                    <a:gd name="connsiteX12" fmla="*/ 729327 w 2662490"/>
                    <a:gd name="connsiteY12" fmla="*/ 5395613 h 5470974"/>
                    <a:gd name="connsiteX13" fmla="*/ 452236 w 2662490"/>
                    <a:gd name="connsiteY13" fmla="*/ 4744449 h 5470974"/>
                    <a:gd name="connsiteX0" fmla="*/ 452236 w 2628430"/>
                    <a:gd name="connsiteY0" fmla="*/ 4744449 h 5470974"/>
                    <a:gd name="connsiteX1" fmla="*/ 8891 w 2628430"/>
                    <a:gd name="connsiteY1" fmla="*/ 2749394 h 5470974"/>
                    <a:gd name="connsiteX2" fmla="*/ 175146 w 2628430"/>
                    <a:gd name="connsiteY2" fmla="*/ 1211540 h 5470974"/>
                    <a:gd name="connsiteX3" fmla="*/ 410673 w 2628430"/>
                    <a:gd name="connsiteY3" fmla="*/ 394122 h 5470974"/>
                    <a:gd name="connsiteX4" fmla="*/ 1186527 w 2628430"/>
                    <a:gd name="connsiteY4" fmla="*/ 6194 h 5470974"/>
                    <a:gd name="connsiteX5" fmla="*/ 2142491 w 2628430"/>
                    <a:gd name="connsiteY5" fmla="*/ 269431 h 5470974"/>
                    <a:gd name="connsiteX6" fmla="*/ 2447291 w 2628430"/>
                    <a:gd name="connsiteY6" fmla="*/ 1599467 h 5470974"/>
                    <a:gd name="connsiteX7" fmla="*/ 1990091 w 2628430"/>
                    <a:gd name="connsiteY7" fmla="*/ 2610849 h 5470974"/>
                    <a:gd name="connsiteX8" fmla="*/ 1809982 w 2628430"/>
                    <a:gd name="connsiteY8" fmla="*/ 3622231 h 5470974"/>
                    <a:gd name="connsiteX9" fmla="*/ 2502709 w 2628430"/>
                    <a:gd name="connsiteY9" fmla="*/ 4508922 h 5470974"/>
                    <a:gd name="connsiteX10" fmla="*/ 2599690 w 2628430"/>
                    <a:gd name="connsiteY10" fmla="*/ 5132377 h 5470974"/>
                    <a:gd name="connsiteX11" fmla="*/ 2170200 w 2628430"/>
                    <a:gd name="connsiteY11" fmla="*/ 5423322 h 5470974"/>
                    <a:gd name="connsiteX12" fmla="*/ 729327 w 2628430"/>
                    <a:gd name="connsiteY12" fmla="*/ 5395613 h 5470974"/>
                    <a:gd name="connsiteX13" fmla="*/ 452236 w 2628430"/>
                    <a:gd name="connsiteY13" fmla="*/ 4744449 h 5470974"/>
                    <a:gd name="connsiteX0" fmla="*/ 452236 w 2628430"/>
                    <a:gd name="connsiteY0" fmla="*/ 4744449 h 5464715"/>
                    <a:gd name="connsiteX1" fmla="*/ 8891 w 2628430"/>
                    <a:gd name="connsiteY1" fmla="*/ 2749394 h 5464715"/>
                    <a:gd name="connsiteX2" fmla="*/ 175146 w 2628430"/>
                    <a:gd name="connsiteY2" fmla="*/ 1211540 h 5464715"/>
                    <a:gd name="connsiteX3" fmla="*/ 410673 w 2628430"/>
                    <a:gd name="connsiteY3" fmla="*/ 394122 h 5464715"/>
                    <a:gd name="connsiteX4" fmla="*/ 1186527 w 2628430"/>
                    <a:gd name="connsiteY4" fmla="*/ 6194 h 5464715"/>
                    <a:gd name="connsiteX5" fmla="*/ 2142491 w 2628430"/>
                    <a:gd name="connsiteY5" fmla="*/ 269431 h 5464715"/>
                    <a:gd name="connsiteX6" fmla="*/ 2447291 w 2628430"/>
                    <a:gd name="connsiteY6" fmla="*/ 1599467 h 5464715"/>
                    <a:gd name="connsiteX7" fmla="*/ 1990091 w 2628430"/>
                    <a:gd name="connsiteY7" fmla="*/ 2610849 h 5464715"/>
                    <a:gd name="connsiteX8" fmla="*/ 1809982 w 2628430"/>
                    <a:gd name="connsiteY8" fmla="*/ 3622231 h 5464715"/>
                    <a:gd name="connsiteX9" fmla="*/ 2502709 w 2628430"/>
                    <a:gd name="connsiteY9" fmla="*/ 4508922 h 5464715"/>
                    <a:gd name="connsiteX10" fmla="*/ 2599690 w 2628430"/>
                    <a:gd name="connsiteY10" fmla="*/ 5132377 h 5464715"/>
                    <a:gd name="connsiteX11" fmla="*/ 2170200 w 2628430"/>
                    <a:gd name="connsiteY11" fmla="*/ 5423322 h 5464715"/>
                    <a:gd name="connsiteX12" fmla="*/ 895581 w 2628430"/>
                    <a:gd name="connsiteY12" fmla="*/ 5381759 h 5464715"/>
                    <a:gd name="connsiteX13" fmla="*/ 452236 w 2628430"/>
                    <a:gd name="connsiteY13" fmla="*/ 4744449 h 5464715"/>
                    <a:gd name="connsiteX0" fmla="*/ 281453 w 2457647"/>
                    <a:gd name="connsiteY0" fmla="*/ 4744449 h 5464715"/>
                    <a:gd name="connsiteX1" fmla="*/ 101345 w 2457647"/>
                    <a:gd name="connsiteY1" fmla="*/ 2790958 h 5464715"/>
                    <a:gd name="connsiteX2" fmla="*/ 4363 w 2457647"/>
                    <a:gd name="connsiteY2" fmla="*/ 1211540 h 5464715"/>
                    <a:gd name="connsiteX3" fmla="*/ 239890 w 2457647"/>
                    <a:gd name="connsiteY3" fmla="*/ 394122 h 5464715"/>
                    <a:gd name="connsiteX4" fmla="*/ 1015744 w 2457647"/>
                    <a:gd name="connsiteY4" fmla="*/ 6194 h 5464715"/>
                    <a:gd name="connsiteX5" fmla="*/ 1971708 w 2457647"/>
                    <a:gd name="connsiteY5" fmla="*/ 269431 h 5464715"/>
                    <a:gd name="connsiteX6" fmla="*/ 2276508 w 2457647"/>
                    <a:gd name="connsiteY6" fmla="*/ 1599467 h 5464715"/>
                    <a:gd name="connsiteX7" fmla="*/ 1819308 w 2457647"/>
                    <a:gd name="connsiteY7" fmla="*/ 2610849 h 5464715"/>
                    <a:gd name="connsiteX8" fmla="*/ 1639199 w 2457647"/>
                    <a:gd name="connsiteY8" fmla="*/ 3622231 h 5464715"/>
                    <a:gd name="connsiteX9" fmla="*/ 2331926 w 2457647"/>
                    <a:gd name="connsiteY9" fmla="*/ 4508922 h 5464715"/>
                    <a:gd name="connsiteX10" fmla="*/ 2428907 w 2457647"/>
                    <a:gd name="connsiteY10" fmla="*/ 5132377 h 5464715"/>
                    <a:gd name="connsiteX11" fmla="*/ 1999417 w 2457647"/>
                    <a:gd name="connsiteY11" fmla="*/ 5423322 h 5464715"/>
                    <a:gd name="connsiteX12" fmla="*/ 724798 w 2457647"/>
                    <a:gd name="connsiteY12" fmla="*/ 5381759 h 5464715"/>
                    <a:gd name="connsiteX13" fmla="*/ 281453 w 2457647"/>
                    <a:gd name="connsiteY13" fmla="*/ 4744449 h 5464715"/>
                    <a:gd name="connsiteX0" fmla="*/ 281453 w 2457647"/>
                    <a:gd name="connsiteY0" fmla="*/ 4742063 h 5462329"/>
                    <a:gd name="connsiteX1" fmla="*/ 101345 w 2457647"/>
                    <a:gd name="connsiteY1" fmla="*/ 2788572 h 5462329"/>
                    <a:gd name="connsiteX2" fmla="*/ 4363 w 2457647"/>
                    <a:gd name="connsiteY2" fmla="*/ 1209154 h 5462329"/>
                    <a:gd name="connsiteX3" fmla="*/ 239890 w 2457647"/>
                    <a:gd name="connsiteY3" fmla="*/ 391736 h 5462329"/>
                    <a:gd name="connsiteX4" fmla="*/ 1015744 w 2457647"/>
                    <a:gd name="connsiteY4" fmla="*/ 3808 h 5462329"/>
                    <a:gd name="connsiteX5" fmla="*/ 1971708 w 2457647"/>
                    <a:gd name="connsiteY5" fmla="*/ 267045 h 5462329"/>
                    <a:gd name="connsiteX6" fmla="*/ 1875873 w 2457647"/>
                    <a:gd name="connsiteY6" fmla="*/ 1341965 h 5462329"/>
                    <a:gd name="connsiteX7" fmla="*/ 1819308 w 2457647"/>
                    <a:gd name="connsiteY7" fmla="*/ 2608463 h 5462329"/>
                    <a:gd name="connsiteX8" fmla="*/ 1639199 w 2457647"/>
                    <a:gd name="connsiteY8" fmla="*/ 3619845 h 5462329"/>
                    <a:gd name="connsiteX9" fmla="*/ 2331926 w 2457647"/>
                    <a:gd name="connsiteY9" fmla="*/ 4506536 h 5462329"/>
                    <a:gd name="connsiteX10" fmla="*/ 2428907 w 2457647"/>
                    <a:gd name="connsiteY10" fmla="*/ 5129991 h 5462329"/>
                    <a:gd name="connsiteX11" fmla="*/ 1999417 w 2457647"/>
                    <a:gd name="connsiteY11" fmla="*/ 5420936 h 5462329"/>
                    <a:gd name="connsiteX12" fmla="*/ 724798 w 2457647"/>
                    <a:gd name="connsiteY12" fmla="*/ 5379373 h 5462329"/>
                    <a:gd name="connsiteX13" fmla="*/ 281453 w 2457647"/>
                    <a:gd name="connsiteY13" fmla="*/ 4742063 h 5462329"/>
                    <a:gd name="connsiteX0" fmla="*/ 281453 w 2457647"/>
                    <a:gd name="connsiteY0" fmla="*/ 4778590 h 5498856"/>
                    <a:gd name="connsiteX1" fmla="*/ 101345 w 2457647"/>
                    <a:gd name="connsiteY1" fmla="*/ 2825099 h 5498856"/>
                    <a:gd name="connsiteX2" fmla="*/ 4363 w 2457647"/>
                    <a:gd name="connsiteY2" fmla="*/ 1245681 h 5498856"/>
                    <a:gd name="connsiteX3" fmla="*/ 239890 w 2457647"/>
                    <a:gd name="connsiteY3" fmla="*/ 428263 h 5498856"/>
                    <a:gd name="connsiteX4" fmla="*/ 1015744 w 2457647"/>
                    <a:gd name="connsiteY4" fmla="*/ 40335 h 5498856"/>
                    <a:gd name="connsiteX5" fmla="*/ 1875873 w 2457647"/>
                    <a:gd name="connsiteY5" fmla="*/ 1378492 h 5498856"/>
                    <a:gd name="connsiteX6" fmla="*/ 1819308 w 2457647"/>
                    <a:gd name="connsiteY6" fmla="*/ 2644990 h 5498856"/>
                    <a:gd name="connsiteX7" fmla="*/ 1639199 w 2457647"/>
                    <a:gd name="connsiteY7" fmla="*/ 3656372 h 5498856"/>
                    <a:gd name="connsiteX8" fmla="*/ 2331926 w 2457647"/>
                    <a:gd name="connsiteY8" fmla="*/ 4543063 h 5498856"/>
                    <a:gd name="connsiteX9" fmla="*/ 2428907 w 2457647"/>
                    <a:gd name="connsiteY9" fmla="*/ 5166518 h 5498856"/>
                    <a:gd name="connsiteX10" fmla="*/ 1999417 w 2457647"/>
                    <a:gd name="connsiteY10" fmla="*/ 5457463 h 5498856"/>
                    <a:gd name="connsiteX11" fmla="*/ 724798 w 2457647"/>
                    <a:gd name="connsiteY11" fmla="*/ 5415900 h 5498856"/>
                    <a:gd name="connsiteX12" fmla="*/ 281453 w 2457647"/>
                    <a:gd name="connsiteY12" fmla="*/ 4778590 h 5498856"/>
                    <a:gd name="connsiteX0" fmla="*/ 281453 w 2457647"/>
                    <a:gd name="connsiteY0" fmla="*/ 4681044 h 5401310"/>
                    <a:gd name="connsiteX1" fmla="*/ 101345 w 2457647"/>
                    <a:gd name="connsiteY1" fmla="*/ 2727553 h 5401310"/>
                    <a:gd name="connsiteX2" fmla="*/ 4363 w 2457647"/>
                    <a:gd name="connsiteY2" fmla="*/ 1148135 h 5401310"/>
                    <a:gd name="connsiteX3" fmla="*/ 239890 w 2457647"/>
                    <a:gd name="connsiteY3" fmla="*/ 330717 h 5401310"/>
                    <a:gd name="connsiteX4" fmla="*/ 1521426 w 2457647"/>
                    <a:gd name="connsiteY4" fmla="*/ 49479 h 5401310"/>
                    <a:gd name="connsiteX5" fmla="*/ 1875873 w 2457647"/>
                    <a:gd name="connsiteY5" fmla="*/ 1280946 h 5401310"/>
                    <a:gd name="connsiteX6" fmla="*/ 1819308 w 2457647"/>
                    <a:gd name="connsiteY6" fmla="*/ 2547444 h 5401310"/>
                    <a:gd name="connsiteX7" fmla="*/ 1639199 w 2457647"/>
                    <a:gd name="connsiteY7" fmla="*/ 3558826 h 5401310"/>
                    <a:gd name="connsiteX8" fmla="*/ 2331926 w 2457647"/>
                    <a:gd name="connsiteY8" fmla="*/ 4445517 h 5401310"/>
                    <a:gd name="connsiteX9" fmla="*/ 2428907 w 2457647"/>
                    <a:gd name="connsiteY9" fmla="*/ 5068972 h 5401310"/>
                    <a:gd name="connsiteX10" fmla="*/ 1999417 w 2457647"/>
                    <a:gd name="connsiteY10" fmla="*/ 5359917 h 5401310"/>
                    <a:gd name="connsiteX11" fmla="*/ 724798 w 2457647"/>
                    <a:gd name="connsiteY11" fmla="*/ 5318354 h 5401310"/>
                    <a:gd name="connsiteX12" fmla="*/ 281453 w 2457647"/>
                    <a:gd name="connsiteY12" fmla="*/ 4681044 h 5401310"/>
                    <a:gd name="connsiteX0" fmla="*/ 281453 w 2457647"/>
                    <a:gd name="connsiteY0" fmla="*/ 4423142 h 5143408"/>
                    <a:gd name="connsiteX1" fmla="*/ 101345 w 2457647"/>
                    <a:gd name="connsiteY1" fmla="*/ 2469651 h 5143408"/>
                    <a:gd name="connsiteX2" fmla="*/ 4363 w 2457647"/>
                    <a:gd name="connsiteY2" fmla="*/ 890233 h 5143408"/>
                    <a:gd name="connsiteX3" fmla="*/ 239890 w 2457647"/>
                    <a:gd name="connsiteY3" fmla="*/ 72815 h 5143408"/>
                    <a:gd name="connsiteX4" fmla="*/ 1480852 w 2457647"/>
                    <a:gd name="connsiteY4" fmla="*/ 147460 h 5143408"/>
                    <a:gd name="connsiteX5" fmla="*/ 1875873 w 2457647"/>
                    <a:gd name="connsiteY5" fmla="*/ 1023044 h 5143408"/>
                    <a:gd name="connsiteX6" fmla="*/ 1819308 w 2457647"/>
                    <a:gd name="connsiteY6" fmla="*/ 2289542 h 5143408"/>
                    <a:gd name="connsiteX7" fmla="*/ 1639199 w 2457647"/>
                    <a:gd name="connsiteY7" fmla="*/ 3300924 h 5143408"/>
                    <a:gd name="connsiteX8" fmla="*/ 2331926 w 2457647"/>
                    <a:gd name="connsiteY8" fmla="*/ 4187615 h 5143408"/>
                    <a:gd name="connsiteX9" fmla="*/ 2428907 w 2457647"/>
                    <a:gd name="connsiteY9" fmla="*/ 4811070 h 5143408"/>
                    <a:gd name="connsiteX10" fmla="*/ 1999417 w 2457647"/>
                    <a:gd name="connsiteY10" fmla="*/ 5102015 h 5143408"/>
                    <a:gd name="connsiteX11" fmla="*/ 724798 w 2457647"/>
                    <a:gd name="connsiteY11" fmla="*/ 5060452 h 5143408"/>
                    <a:gd name="connsiteX12" fmla="*/ 281453 w 2457647"/>
                    <a:gd name="connsiteY12" fmla="*/ 4423142 h 5143408"/>
                    <a:gd name="connsiteX0" fmla="*/ 366492 w 2542686"/>
                    <a:gd name="connsiteY0" fmla="*/ 4276609 h 4996875"/>
                    <a:gd name="connsiteX1" fmla="*/ 186384 w 2542686"/>
                    <a:gd name="connsiteY1" fmla="*/ 2323118 h 4996875"/>
                    <a:gd name="connsiteX2" fmla="*/ 89402 w 2542686"/>
                    <a:gd name="connsiteY2" fmla="*/ 743700 h 4996875"/>
                    <a:gd name="connsiteX3" fmla="*/ 1565891 w 2542686"/>
                    <a:gd name="connsiteY3" fmla="*/ 927 h 4996875"/>
                    <a:gd name="connsiteX4" fmla="*/ 1960912 w 2542686"/>
                    <a:gd name="connsiteY4" fmla="*/ 876511 h 4996875"/>
                    <a:gd name="connsiteX5" fmla="*/ 1904347 w 2542686"/>
                    <a:gd name="connsiteY5" fmla="*/ 2143009 h 4996875"/>
                    <a:gd name="connsiteX6" fmla="*/ 1724238 w 2542686"/>
                    <a:gd name="connsiteY6" fmla="*/ 3154391 h 4996875"/>
                    <a:gd name="connsiteX7" fmla="*/ 2416965 w 2542686"/>
                    <a:gd name="connsiteY7" fmla="*/ 4041082 h 4996875"/>
                    <a:gd name="connsiteX8" fmla="*/ 2513946 w 2542686"/>
                    <a:gd name="connsiteY8" fmla="*/ 4664537 h 4996875"/>
                    <a:gd name="connsiteX9" fmla="*/ 2084456 w 2542686"/>
                    <a:gd name="connsiteY9" fmla="*/ 4955482 h 4996875"/>
                    <a:gd name="connsiteX10" fmla="*/ 809837 w 2542686"/>
                    <a:gd name="connsiteY10" fmla="*/ 4913919 h 4996875"/>
                    <a:gd name="connsiteX11" fmla="*/ 366492 w 2542686"/>
                    <a:gd name="connsiteY11" fmla="*/ 4276609 h 4996875"/>
                    <a:gd name="connsiteX0" fmla="*/ 181658 w 2357852"/>
                    <a:gd name="connsiteY0" fmla="*/ 4389837 h 5110103"/>
                    <a:gd name="connsiteX1" fmla="*/ 1550 w 2357852"/>
                    <a:gd name="connsiteY1" fmla="*/ 2436346 h 5110103"/>
                    <a:gd name="connsiteX2" fmla="*/ 269311 w 2357852"/>
                    <a:gd name="connsiteY2" fmla="*/ 267015 h 5110103"/>
                    <a:gd name="connsiteX3" fmla="*/ 1381057 w 2357852"/>
                    <a:gd name="connsiteY3" fmla="*/ 114155 h 5110103"/>
                    <a:gd name="connsiteX4" fmla="*/ 1776078 w 2357852"/>
                    <a:gd name="connsiteY4" fmla="*/ 989739 h 5110103"/>
                    <a:gd name="connsiteX5" fmla="*/ 1719513 w 2357852"/>
                    <a:gd name="connsiteY5" fmla="*/ 2256237 h 5110103"/>
                    <a:gd name="connsiteX6" fmla="*/ 1539404 w 2357852"/>
                    <a:gd name="connsiteY6" fmla="*/ 3267619 h 5110103"/>
                    <a:gd name="connsiteX7" fmla="*/ 2232131 w 2357852"/>
                    <a:gd name="connsiteY7" fmla="*/ 4154310 h 5110103"/>
                    <a:gd name="connsiteX8" fmla="*/ 2329112 w 2357852"/>
                    <a:gd name="connsiteY8" fmla="*/ 4777765 h 5110103"/>
                    <a:gd name="connsiteX9" fmla="*/ 1899622 w 2357852"/>
                    <a:gd name="connsiteY9" fmla="*/ 5068710 h 5110103"/>
                    <a:gd name="connsiteX10" fmla="*/ 625003 w 2357852"/>
                    <a:gd name="connsiteY10" fmla="*/ 5027147 h 5110103"/>
                    <a:gd name="connsiteX11" fmla="*/ 181658 w 2357852"/>
                    <a:gd name="connsiteY11" fmla="*/ 4389837 h 5110103"/>
                    <a:gd name="connsiteX0" fmla="*/ 53817 w 2230011"/>
                    <a:gd name="connsiteY0" fmla="*/ 4520109 h 5240375"/>
                    <a:gd name="connsiteX1" fmla="*/ 141470 w 2230011"/>
                    <a:gd name="connsiteY1" fmla="*/ 397287 h 5240375"/>
                    <a:gd name="connsiteX2" fmla="*/ 1253216 w 2230011"/>
                    <a:gd name="connsiteY2" fmla="*/ 244427 h 5240375"/>
                    <a:gd name="connsiteX3" fmla="*/ 1648237 w 2230011"/>
                    <a:gd name="connsiteY3" fmla="*/ 1120011 h 5240375"/>
                    <a:gd name="connsiteX4" fmla="*/ 1591672 w 2230011"/>
                    <a:gd name="connsiteY4" fmla="*/ 2386509 h 5240375"/>
                    <a:gd name="connsiteX5" fmla="*/ 1411563 w 2230011"/>
                    <a:gd name="connsiteY5" fmla="*/ 3397891 h 5240375"/>
                    <a:gd name="connsiteX6" fmla="*/ 2104290 w 2230011"/>
                    <a:gd name="connsiteY6" fmla="*/ 4284582 h 5240375"/>
                    <a:gd name="connsiteX7" fmla="*/ 2201271 w 2230011"/>
                    <a:gd name="connsiteY7" fmla="*/ 4908037 h 5240375"/>
                    <a:gd name="connsiteX8" fmla="*/ 1771781 w 2230011"/>
                    <a:gd name="connsiteY8" fmla="*/ 5198982 h 5240375"/>
                    <a:gd name="connsiteX9" fmla="*/ 497162 w 2230011"/>
                    <a:gd name="connsiteY9" fmla="*/ 5157419 h 5240375"/>
                    <a:gd name="connsiteX10" fmla="*/ 53817 w 2230011"/>
                    <a:gd name="connsiteY10" fmla="*/ 4520109 h 5240375"/>
                    <a:gd name="connsiteX0" fmla="*/ -5 w 2176189"/>
                    <a:gd name="connsiteY0" fmla="*/ 4436505 h 5156771"/>
                    <a:gd name="connsiteX1" fmla="*/ 1199394 w 2176189"/>
                    <a:gd name="connsiteY1" fmla="*/ 160823 h 5156771"/>
                    <a:gd name="connsiteX2" fmla="*/ 1594415 w 2176189"/>
                    <a:gd name="connsiteY2" fmla="*/ 1036407 h 5156771"/>
                    <a:gd name="connsiteX3" fmla="*/ 1537850 w 2176189"/>
                    <a:gd name="connsiteY3" fmla="*/ 2302905 h 5156771"/>
                    <a:gd name="connsiteX4" fmla="*/ 1357741 w 2176189"/>
                    <a:gd name="connsiteY4" fmla="*/ 3314287 h 5156771"/>
                    <a:gd name="connsiteX5" fmla="*/ 2050468 w 2176189"/>
                    <a:gd name="connsiteY5" fmla="*/ 4200978 h 5156771"/>
                    <a:gd name="connsiteX6" fmla="*/ 2147449 w 2176189"/>
                    <a:gd name="connsiteY6" fmla="*/ 4824433 h 5156771"/>
                    <a:gd name="connsiteX7" fmla="*/ 1717959 w 2176189"/>
                    <a:gd name="connsiteY7" fmla="*/ 5115378 h 5156771"/>
                    <a:gd name="connsiteX8" fmla="*/ 443340 w 2176189"/>
                    <a:gd name="connsiteY8" fmla="*/ 5073815 h 5156771"/>
                    <a:gd name="connsiteX9" fmla="*/ -5 w 2176189"/>
                    <a:gd name="connsiteY9" fmla="*/ 4436505 h 5156771"/>
                    <a:gd name="connsiteX0" fmla="*/ -5 w 2176189"/>
                    <a:gd name="connsiteY0" fmla="*/ 3463358 h 4183624"/>
                    <a:gd name="connsiteX1" fmla="*/ 1594415 w 2176189"/>
                    <a:gd name="connsiteY1" fmla="*/ 63260 h 4183624"/>
                    <a:gd name="connsiteX2" fmla="*/ 1537850 w 2176189"/>
                    <a:gd name="connsiteY2" fmla="*/ 1329758 h 4183624"/>
                    <a:gd name="connsiteX3" fmla="*/ 1357741 w 2176189"/>
                    <a:gd name="connsiteY3" fmla="*/ 2341140 h 4183624"/>
                    <a:gd name="connsiteX4" fmla="*/ 2050468 w 2176189"/>
                    <a:gd name="connsiteY4" fmla="*/ 3227831 h 4183624"/>
                    <a:gd name="connsiteX5" fmla="*/ 2147449 w 2176189"/>
                    <a:gd name="connsiteY5" fmla="*/ 3851286 h 4183624"/>
                    <a:gd name="connsiteX6" fmla="*/ 1717959 w 2176189"/>
                    <a:gd name="connsiteY6" fmla="*/ 4142231 h 4183624"/>
                    <a:gd name="connsiteX7" fmla="*/ 443340 w 2176189"/>
                    <a:gd name="connsiteY7" fmla="*/ 4100668 h 4183624"/>
                    <a:gd name="connsiteX8" fmla="*/ -5 w 2176189"/>
                    <a:gd name="connsiteY8" fmla="*/ 3463358 h 4183624"/>
                    <a:gd name="connsiteX0" fmla="*/ -5 w 2176189"/>
                    <a:gd name="connsiteY0" fmla="*/ 2159358 h 2879624"/>
                    <a:gd name="connsiteX1" fmla="*/ 1537850 w 2176189"/>
                    <a:gd name="connsiteY1" fmla="*/ 25758 h 2879624"/>
                    <a:gd name="connsiteX2" fmla="*/ 1357741 w 2176189"/>
                    <a:gd name="connsiteY2" fmla="*/ 1037140 h 2879624"/>
                    <a:gd name="connsiteX3" fmla="*/ 2050468 w 2176189"/>
                    <a:gd name="connsiteY3" fmla="*/ 1923831 h 2879624"/>
                    <a:gd name="connsiteX4" fmla="*/ 2147449 w 2176189"/>
                    <a:gd name="connsiteY4" fmla="*/ 2547286 h 2879624"/>
                    <a:gd name="connsiteX5" fmla="*/ 1717959 w 2176189"/>
                    <a:gd name="connsiteY5" fmla="*/ 2838231 h 2879624"/>
                    <a:gd name="connsiteX6" fmla="*/ 443340 w 2176189"/>
                    <a:gd name="connsiteY6" fmla="*/ 2796668 h 2879624"/>
                    <a:gd name="connsiteX7" fmla="*/ -5 w 2176189"/>
                    <a:gd name="connsiteY7" fmla="*/ 2159358 h 2879624"/>
                    <a:gd name="connsiteX0" fmla="*/ -5 w 2176189"/>
                    <a:gd name="connsiteY0" fmla="*/ 1123862 h 1844128"/>
                    <a:gd name="connsiteX1" fmla="*/ 1357741 w 2176189"/>
                    <a:gd name="connsiteY1" fmla="*/ 1644 h 1844128"/>
                    <a:gd name="connsiteX2" fmla="*/ 2050468 w 2176189"/>
                    <a:gd name="connsiteY2" fmla="*/ 888335 h 1844128"/>
                    <a:gd name="connsiteX3" fmla="*/ 2147449 w 2176189"/>
                    <a:gd name="connsiteY3" fmla="*/ 1511790 h 1844128"/>
                    <a:gd name="connsiteX4" fmla="*/ 1717959 w 2176189"/>
                    <a:gd name="connsiteY4" fmla="*/ 1802735 h 1844128"/>
                    <a:gd name="connsiteX5" fmla="*/ 443340 w 2176189"/>
                    <a:gd name="connsiteY5" fmla="*/ 1761172 h 1844128"/>
                    <a:gd name="connsiteX6" fmla="*/ -5 w 2176189"/>
                    <a:gd name="connsiteY6" fmla="*/ 1123862 h 18441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189" h="1844128">
                      <a:moveTo>
                        <a:pt x="-5" y="1123862"/>
                      </a:moveTo>
                      <a:cubicBezTo>
                        <a:pt x="152395" y="830607"/>
                        <a:pt x="1015996" y="40899"/>
                        <a:pt x="1357741" y="1644"/>
                      </a:cubicBezTo>
                      <a:cubicBezTo>
                        <a:pt x="1699487" y="-37610"/>
                        <a:pt x="1918850" y="636644"/>
                        <a:pt x="2050468" y="888335"/>
                      </a:cubicBezTo>
                      <a:cubicBezTo>
                        <a:pt x="2182086" y="1140026"/>
                        <a:pt x="2202867" y="1359390"/>
                        <a:pt x="2147449" y="1511790"/>
                      </a:cubicBezTo>
                      <a:cubicBezTo>
                        <a:pt x="2092031" y="1664190"/>
                        <a:pt x="2078177" y="1745008"/>
                        <a:pt x="1717959" y="1802735"/>
                      </a:cubicBezTo>
                      <a:cubicBezTo>
                        <a:pt x="1357741" y="1860462"/>
                        <a:pt x="727358" y="1867390"/>
                        <a:pt x="443340" y="1761172"/>
                      </a:cubicBezTo>
                      <a:cubicBezTo>
                        <a:pt x="159322" y="1654954"/>
                        <a:pt x="103904" y="1555662"/>
                        <a:pt x="-5" y="1123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" name="Oval 91"/>
                <p:cNvSpPr/>
                <p:nvPr/>
              </p:nvSpPr>
              <p:spPr>
                <a:xfrm flipV="1">
                  <a:off x="4516077" y="2057400"/>
                  <a:ext cx="49926" cy="73719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" name="Oval 92"/>
                <p:cNvSpPr/>
                <p:nvPr/>
              </p:nvSpPr>
              <p:spPr>
                <a:xfrm flipV="1">
                  <a:off x="4481125" y="2062429"/>
                  <a:ext cx="22470" cy="45263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" name="Oval 93"/>
                <p:cNvSpPr/>
                <p:nvPr/>
              </p:nvSpPr>
              <p:spPr>
                <a:xfrm flipV="1">
                  <a:off x="4453669" y="2069973"/>
                  <a:ext cx="22470" cy="45263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" name="Oval 94"/>
                <p:cNvSpPr/>
                <p:nvPr/>
              </p:nvSpPr>
              <p:spPr>
                <a:xfrm flipV="1">
                  <a:off x="4424958" y="2079172"/>
                  <a:ext cx="22470" cy="37719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" name="Oval 95"/>
                <p:cNvSpPr/>
                <p:nvPr/>
              </p:nvSpPr>
              <p:spPr>
                <a:xfrm flipV="1">
                  <a:off x="4397502" y="2100148"/>
                  <a:ext cx="22470" cy="30175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7" name="Group 96"/>
              <p:cNvGrpSpPr/>
              <p:nvPr/>
            </p:nvGrpSpPr>
            <p:grpSpPr>
              <a:xfrm rot="18907535">
                <a:off x="4464546" y="2290856"/>
                <a:ext cx="168501" cy="150066"/>
                <a:chOff x="4397502" y="2057400"/>
                <a:chExt cx="168501" cy="150066"/>
              </a:xfrm>
            </p:grpSpPr>
            <p:sp>
              <p:nvSpPr>
                <p:cNvPr id="98" name="Freeform 97"/>
                <p:cNvSpPr/>
                <p:nvPr/>
              </p:nvSpPr>
              <p:spPr>
                <a:xfrm rot="21415007" flipV="1">
                  <a:off x="4403841" y="2138743"/>
                  <a:ext cx="161936" cy="68723"/>
                </a:xfrm>
                <a:custGeom>
                  <a:avLst/>
                  <a:gdLst>
                    <a:gd name="connsiteX0" fmla="*/ 452236 w 2914469"/>
                    <a:gd name="connsiteY0" fmla="*/ 4744449 h 5470974"/>
                    <a:gd name="connsiteX1" fmla="*/ 8891 w 2914469"/>
                    <a:gd name="connsiteY1" fmla="*/ 2749394 h 5470974"/>
                    <a:gd name="connsiteX2" fmla="*/ 175146 w 2914469"/>
                    <a:gd name="connsiteY2" fmla="*/ 1211540 h 5470974"/>
                    <a:gd name="connsiteX3" fmla="*/ 410673 w 2914469"/>
                    <a:gd name="connsiteY3" fmla="*/ 394122 h 5470974"/>
                    <a:gd name="connsiteX4" fmla="*/ 1186527 w 2914469"/>
                    <a:gd name="connsiteY4" fmla="*/ 6194 h 5470974"/>
                    <a:gd name="connsiteX5" fmla="*/ 2142491 w 2914469"/>
                    <a:gd name="connsiteY5" fmla="*/ 269431 h 5470974"/>
                    <a:gd name="connsiteX6" fmla="*/ 2447291 w 2914469"/>
                    <a:gd name="connsiteY6" fmla="*/ 1599467 h 5470974"/>
                    <a:gd name="connsiteX7" fmla="*/ 1990091 w 2914469"/>
                    <a:gd name="connsiteY7" fmla="*/ 2610849 h 5470974"/>
                    <a:gd name="connsiteX8" fmla="*/ 1809982 w 2914469"/>
                    <a:gd name="connsiteY8" fmla="*/ 3622231 h 5470974"/>
                    <a:gd name="connsiteX9" fmla="*/ 2655109 w 2914469"/>
                    <a:gd name="connsiteY9" fmla="*/ 4522776 h 5470974"/>
                    <a:gd name="connsiteX10" fmla="*/ 2890636 w 2914469"/>
                    <a:gd name="connsiteY10" fmla="*/ 5049249 h 5470974"/>
                    <a:gd name="connsiteX11" fmla="*/ 2170200 w 2914469"/>
                    <a:gd name="connsiteY11" fmla="*/ 5423322 h 5470974"/>
                    <a:gd name="connsiteX12" fmla="*/ 729327 w 2914469"/>
                    <a:gd name="connsiteY12" fmla="*/ 5395613 h 5470974"/>
                    <a:gd name="connsiteX13" fmla="*/ 452236 w 2914469"/>
                    <a:gd name="connsiteY13" fmla="*/ 4744449 h 5470974"/>
                    <a:gd name="connsiteX0" fmla="*/ 452236 w 2733397"/>
                    <a:gd name="connsiteY0" fmla="*/ 4744449 h 5470974"/>
                    <a:gd name="connsiteX1" fmla="*/ 8891 w 2733397"/>
                    <a:gd name="connsiteY1" fmla="*/ 2749394 h 5470974"/>
                    <a:gd name="connsiteX2" fmla="*/ 175146 w 2733397"/>
                    <a:gd name="connsiteY2" fmla="*/ 1211540 h 5470974"/>
                    <a:gd name="connsiteX3" fmla="*/ 410673 w 2733397"/>
                    <a:gd name="connsiteY3" fmla="*/ 394122 h 5470974"/>
                    <a:gd name="connsiteX4" fmla="*/ 1186527 w 2733397"/>
                    <a:gd name="connsiteY4" fmla="*/ 6194 h 5470974"/>
                    <a:gd name="connsiteX5" fmla="*/ 2142491 w 2733397"/>
                    <a:gd name="connsiteY5" fmla="*/ 269431 h 5470974"/>
                    <a:gd name="connsiteX6" fmla="*/ 2447291 w 2733397"/>
                    <a:gd name="connsiteY6" fmla="*/ 1599467 h 5470974"/>
                    <a:gd name="connsiteX7" fmla="*/ 1990091 w 2733397"/>
                    <a:gd name="connsiteY7" fmla="*/ 2610849 h 5470974"/>
                    <a:gd name="connsiteX8" fmla="*/ 1809982 w 2733397"/>
                    <a:gd name="connsiteY8" fmla="*/ 3622231 h 5470974"/>
                    <a:gd name="connsiteX9" fmla="*/ 2655109 w 2733397"/>
                    <a:gd name="connsiteY9" fmla="*/ 4522776 h 5470974"/>
                    <a:gd name="connsiteX10" fmla="*/ 2641254 w 2733397"/>
                    <a:gd name="connsiteY10" fmla="*/ 5146231 h 5470974"/>
                    <a:gd name="connsiteX11" fmla="*/ 2170200 w 2733397"/>
                    <a:gd name="connsiteY11" fmla="*/ 5423322 h 5470974"/>
                    <a:gd name="connsiteX12" fmla="*/ 729327 w 2733397"/>
                    <a:gd name="connsiteY12" fmla="*/ 5395613 h 5470974"/>
                    <a:gd name="connsiteX13" fmla="*/ 452236 w 2733397"/>
                    <a:gd name="connsiteY13" fmla="*/ 4744449 h 5470974"/>
                    <a:gd name="connsiteX0" fmla="*/ 452236 w 2662490"/>
                    <a:gd name="connsiteY0" fmla="*/ 4744449 h 5470974"/>
                    <a:gd name="connsiteX1" fmla="*/ 8891 w 2662490"/>
                    <a:gd name="connsiteY1" fmla="*/ 2749394 h 5470974"/>
                    <a:gd name="connsiteX2" fmla="*/ 175146 w 2662490"/>
                    <a:gd name="connsiteY2" fmla="*/ 1211540 h 5470974"/>
                    <a:gd name="connsiteX3" fmla="*/ 410673 w 2662490"/>
                    <a:gd name="connsiteY3" fmla="*/ 394122 h 5470974"/>
                    <a:gd name="connsiteX4" fmla="*/ 1186527 w 2662490"/>
                    <a:gd name="connsiteY4" fmla="*/ 6194 h 5470974"/>
                    <a:gd name="connsiteX5" fmla="*/ 2142491 w 2662490"/>
                    <a:gd name="connsiteY5" fmla="*/ 269431 h 5470974"/>
                    <a:gd name="connsiteX6" fmla="*/ 2447291 w 2662490"/>
                    <a:gd name="connsiteY6" fmla="*/ 1599467 h 5470974"/>
                    <a:gd name="connsiteX7" fmla="*/ 1990091 w 2662490"/>
                    <a:gd name="connsiteY7" fmla="*/ 2610849 h 5470974"/>
                    <a:gd name="connsiteX8" fmla="*/ 1809982 w 2662490"/>
                    <a:gd name="connsiteY8" fmla="*/ 3622231 h 5470974"/>
                    <a:gd name="connsiteX9" fmla="*/ 2502709 w 2662490"/>
                    <a:gd name="connsiteY9" fmla="*/ 4508922 h 5470974"/>
                    <a:gd name="connsiteX10" fmla="*/ 2641254 w 2662490"/>
                    <a:gd name="connsiteY10" fmla="*/ 5146231 h 5470974"/>
                    <a:gd name="connsiteX11" fmla="*/ 2170200 w 2662490"/>
                    <a:gd name="connsiteY11" fmla="*/ 5423322 h 5470974"/>
                    <a:gd name="connsiteX12" fmla="*/ 729327 w 2662490"/>
                    <a:gd name="connsiteY12" fmla="*/ 5395613 h 5470974"/>
                    <a:gd name="connsiteX13" fmla="*/ 452236 w 2662490"/>
                    <a:gd name="connsiteY13" fmla="*/ 4744449 h 5470974"/>
                    <a:gd name="connsiteX0" fmla="*/ 452236 w 2628430"/>
                    <a:gd name="connsiteY0" fmla="*/ 4744449 h 5470974"/>
                    <a:gd name="connsiteX1" fmla="*/ 8891 w 2628430"/>
                    <a:gd name="connsiteY1" fmla="*/ 2749394 h 5470974"/>
                    <a:gd name="connsiteX2" fmla="*/ 175146 w 2628430"/>
                    <a:gd name="connsiteY2" fmla="*/ 1211540 h 5470974"/>
                    <a:gd name="connsiteX3" fmla="*/ 410673 w 2628430"/>
                    <a:gd name="connsiteY3" fmla="*/ 394122 h 5470974"/>
                    <a:gd name="connsiteX4" fmla="*/ 1186527 w 2628430"/>
                    <a:gd name="connsiteY4" fmla="*/ 6194 h 5470974"/>
                    <a:gd name="connsiteX5" fmla="*/ 2142491 w 2628430"/>
                    <a:gd name="connsiteY5" fmla="*/ 269431 h 5470974"/>
                    <a:gd name="connsiteX6" fmla="*/ 2447291 w 2628430"/>
                    <a:gd name="connsiteY6" fmla="*/ 1599467 h 5470974"/>
                    <a:gd name="connsiteX7" fmla="*/ 1990091 w 2628430"/>
                    <a:gd name="connsiteY7" fmla="*/ 2610849 h 5470974"/>
                    <a:gd name="connsiteX8" fmla="*/ 1809982 w 2628430"/>
                    <a:gd name="connsiteY8" fmla="*/ 3622231 h 5470974"/>
                    <a:gd name="connsiteX9" fmla="*/ 2502709 w 2628430"/>
                    <a:gd name="connsiteY9" fmla="*/ 4508922 h 5470974"/>
                    <a:gd name="connsiteX10" fmla="*/ 2599690 w 2628430"/>
                    <a:gd name="connsiteY10" fmla="*/ 5132377 h 5470974"/>
                    <a:gd name="connsiteX11" fmla="*/ 2170200 w 2628430"/>
                    <a:gd name="connsiteY11" fmla="*/ 5423322 h 5470974"/>
                    <a:gd name="connsiteX12" fmla="*/ 729327 w 2628430"/>
                    <a:gd name="connsiteY12" fmla="*/ 5395613 h 5470974"/>
                    <a:gd name="connsiteX13" fmla="*/ 452236 w 2628430"/>
                    <a:gd name="connsiteY13" fmla="*/ 4744449 h 5470974"/>
                    <a:gd name="connsiteX0" fmla="*/ 452236 w 2628430"/>
                    <a:gd name="connsiteY0" fmla="*/ 4744449 h 5464715"/>
                    <a:gd name="connsiteX1" fmla="*/ 8891 w 2628430"/>
                    <a:gd name="connsiteY1" fmla="*/ 2749394 h 5464715"/>
                    <a:gd name="connsiteX2" fmla="*/ 175146 w 2628430"/>
                    <a:gd name="connsiteY2" fmla="*/ 1211540 h 5464715"/>
                    <a:gd name="connsiteX3" fmla="*/ 410673 w 2628430"/>
                    <a:gd name="connsiteY3" fmla="*/ 394122 h 5464715"/>
                    <a:gd name="connsiteX4" fmla="*/ 1186527 w 2628430"/>
                    <a:gd name="connsiteY4" fmla="*/ 6194 h 5464715"/>
                    <a:gd name="connsiteX5" fmla="*/ 2142491 w 2628430"/>
                    <a:gd name="connsiteY5" fmla="*/ 269431 h 5464715"/>
                    <a:gd name="connsiteX6" fmla="*/ 2447291 w 2628430"/>
                    <a:gd name="connsiteY6" fmla="*/ 1599467 h 5464715"/>
                    <a:gd name="connsiteX7" fmla="*/ 1990091 w 2628430"/>
                    <a:gd name="connsiteY7" fmla="*/ 2610849 h 5464715"/>
                    <a:gd name="connsiteX8" fmla="*/ 1809982 w 2628430"/>
                    <a:gd name="connsiteY8" fmla="*/ 3622231 h 5464715"/>
                    <a:gd name="connsiteX9" fmla="*/ 2502709 w 2628430"/>
                    <a:gd name="connsiteY9" fmla="*/ 4508922 h 5464715"/>
                    <a:gd name="connsiteX10" fmla="*/ 2599690 w 2628430"/>
                    <a:gd name="connsiteY10" fmla="*/ 5132377 h 5464715"/>
                    <a:gd name="connsiteX11" fmla="*/ 2170200 w 2628430"/>
                    <a:gd name="connsiteY11" fmla="*/ 5423322 h 5464715"/>
                    <a:gd name="connsiteX12" fmla="*/ 895581 w 2628430"/>
                    <a:gd name="connsiteY12" fmla="*/ 5381759 h 5464715"/>
                    <a:gd name="connsiteX13" fmla="*/ 452236 w 2628430"/>
                    <a:gd name="connsiteY13" fmla="*/ 4744449 h 5464715"/>
                    <a:gd name="connsiteX0" fmla="*/ 281453 w 2457647"/>
                    <a:gd name="connsiteY0" fmla="*/ 4744449 h 5464715"/>
                    <a:gd name="connsiteX1" fmla="*/ 101345 w 2457647"/>
                    <a:gd name="connsiteY1" fmla="*/ 2790958 h 5464715"/>
                    <a:gd name="connsiteX2" fmla="*/ 4363 w 2457647"/>
                    <a:gd name="connsiteY2" fmla="*/ 1211540 h 5464715"/>
                    <a:gd name="connsiteX3" fmla="*/ 239890 w 2457647"/>
                    <a:gd name="connsiteY3" fmla="*/ 394122 h 5464715"/>
                    <a:gd name="connsiteX4" fmla="*/ 1015744 w 2457647"/>
                    <a:gd name="connsiteY4" fmla="*/ 6194 h 5464715"/>
                    <a:gd name="connsiteX5" fmla="*/ 1971708 w 2457647"/>
                    <a:gd name="connsiteY5" fmla="*/ 269431 h 5464715"/>
                    <a:gd name="connsiteX6" fmla="*/ 2276508 w 2457647"/>
                    <a:gd name="connsiteY6" fmla="*/ 1599467 h 5464715"/>
                    <a:gd name="connsiteX7" fmla="*/ 1819308 w 2457647"/>
                    <a:gd name="connsiteY7" fmla="*/ 2610849 h 5464715"/>
                    <a:gd name="connsiteX8" fmla="*/ 1639199 w 2457647"/>
                    <a:gd name="connsiteY8" fmla="*/ 3622231 h 5464715"/>
                    <a:gd name="connsiteX9" fmla="*/ 2331926 w 2457647"/>
                    <a:gd name="connsiteY9" fmla="*/ 4508922 h 5464715"/>
                    <a:gd name="connsiteX10" fmla="*/ 2428907 w 2457647"/>
                    <a:gd name="connsiteY10" fmla="*/ 5132377 h 5464715"/>
                    <a:gd name="connsiteX11" fmla="*/ 1999417 w 2457647"/>
                    <a:gd name="connsiteY11" fmla="*/ 5423322 h 5464715"/>
                    <a:gd name="connsiteX12" fmla="*/ 724798 w 2457647"/>
                    <a:gd name="connsiteY12" fmla="*/ 5381759 h 5464715"/>
                    <a:gd name="connsiteX13" fmla="*/ 281453 w 2457647"/>
                    <a:gd name="connsiteY13" fmla="*/ 4744449 h 5464715"/>
                    <a:gd name="connsiteX0" fmla="*/ 281453 w 2457647"/>
                    <a:gd name="connsiteY0" fmla="*/ 4742063 h 5462329"/>
                    <a:gd name="connsiteX1" fmla="*/ 101345 w 2457647"/>
                    <a:gd name="connsiteY1" fmla="*/ 2788572 h 5462329"/>
                    <a:gd name="connsiteX2" fmla="*/ 4363 w 2457647"/>
                    <a:gd name="connsiteY2" fmla="*/ 1209154 h 5462329"/>
                    <a:gd name="connsiteX3" fmla="*/ 239890 w 2457647"/>
                    <a:gd name="connsiteY3" fmla="*/ 391736 h 5462329"/>
                    <a:gd name="connsiteX4" fmla="*/ 1015744 w 2457647"/>
                    <a:gd name="connsiteY4" fmla="*/ 3808 h 5462329"/>
                    <a:gd name="connsiteX5" fmla="*/ 1971708 w 2457647"/>
                    <a:gd name="connsiteY5" fmla="*/ 267045 h 5462329"/>
                    <a:gd name="connsiteX6" fmla="*/ 1875873 w 2457647"/>
                    <a:gd name="connsiteY6" fmla="*/ 1341965 h 5462329"/>
                    <a:gd name="connsiteX7" fmla="*/ 1819308 w 2457647"/>
                    <a:gd name="connsiteY7" fmla="*/ 2608463 h 5462329"/>
                    <a:gd name="connsiteX8" fmla="*/ 1639199 w 2457647"/>
                    <a:gd name="connsiteY8" fmla="*/ 3619845 h 5462329"/>
                    <a:gd name="connsiteX9" fmla="*/ 2331926 w 2457647"/>
                    <a:gd name="connsiteY9" fmla="*/ 4506536 h 5462329"/>
                    <a:gd name="connsiteX10" fmla="*/ 2428907 w 2457647"/>
                    <a:gd name="connsiteY10" fmla="*/ 5129991 h 5462329"/>
                    <a:gd name="connsiteX11" fmla="*/ 1999417 w 2457647"/>
                    <a:gd name="connsiteY11" fmla="*/ 5420936 h 5462329"/>
                    <a:gd name="connsiteX12" fmla="*/ 724798 w 2457647"/>
                    <a:gd name="connsiteY12" fmla="*/ 5379373 h 5462329"/>
                    <a:gd name="connsiteX13" fmla="*/ 281453 w 2457647"/>
                    <a:gd name="connsiteY13" fmla="*/ 4742063 h 5462329"/>
                    <a:gd name="connsiteX0" fmla="*/ 281453 w 2457647"/>
                    <a:gd name="connsiteY0" fmla="*/ 4778590 h 5498856"/>
                    <a:gd name="connsiteX1" fmla="*/ 101345 w 2457647"/>
                    <a:gd name="connsiteY1" fmla="*/ 2825099 h 5498856"/>
                    <a:gd name="connsiteX2" fmla="*/ 4363 w 2457647"/>
                    <a:gd name="connsiteY2" fmla="*/ 1245681 h 5498856"/>
                    <a:gd name="connsiteX3" fmla="*/ 239890 w 2457647"/>
                    <a:gd name="connsiteY3" fmla="*/ 428263 h 5498856"/>
                    <a:gd name="connsiteX4" fmla="*/ 1015744 w 2457647"/>
                    <a:gd name="connsiteY4" fmla="*/ 40335 h 5498856"/>
                    <a:gd name="connsiteX5" fmla="*/ 1875873 w 2457647"/>
                    <a:gd name="connsiteY5" fmla="*/ 1378492 h 5498856"/>
                    <a:gd name="connsiteX6" fmla="*/ 1819308 w 2457647"/>
                    <a:gd name="connsiteY6" fmla="*/ 2644990 h 5498856"/>
                    <a:gd name="connsiteX7" fmla="*/ 1639199 w 2457647"/>
                    <a:gd name="connsiteY7" fmla="*/ 3656372 h 5498856"/>
                    <a:gd name="connsiteX8" fmla="*/ 2331926 w 2457647"/>
                    <a:gd name="connsiteY8" fmla="*/ 4543063 h 5498856"/>
                    <a:gd name="connsiteX9" fmla="*/ 2428907 w 2457647"/>
                    <a:gd name="connsiteY9" fmla="*/ 5166518 h 5498856"/>
                    <a:gd name="connsiteX10" fmla="*/ 1999417 w 2457647"/>
                    <a:gd name="connsiteY10" fmla="*/ 5457463 h 5498856"/>
                    <a:gd name="connsiteX11" fmla="*/ 724798 w 2457647"/>
                    <a:gd name="connsiteY11" fmla="*/ 5415900 h 5498856"/>
                    <a:gd name="connsiteX12" fmla="*/ 281453 w 2457647"/>
                    <a:gd name="connsiteY12" fmla="*/ 4778590 h 5498856"/>
                    <a:gd name="connsiteX0" fmla="*/ 281453 w 2457647"/>
                    <a:gd name="connsiteY0" fmla="*/ 4681044 h 5401310"/>
                    <a:gd name="connsiteX1" fmla="*/ 101345 w 2457647"/>
                    <a:gd name="connsiteY1" fmla="*/ 2727553 h 5401310"/>
                    <a:gd name="connsiteX2" fmla="*/ 4363 w 2457647"/>
                    <a:gd name="connsiteY2" fmla="*/ 1148135 h 5401310"/>
                    <a:gd name="connsiteX3" fmla="*/ 239890 w 2457647"/>
                    <a:gd name="connsiteY3" fmla="*/ 330717 h 5401310"/>
                    <a:gd name="connsiteX4" fmla="*/ 1521426 w 2457647"/>
                    <a:gd name="connsiteY4" fmla="*/ 49479 h 5401310"/>
                    <a:gd name="connsiteX5" fmla="*/ 1875873 w 2457647"/>
                    <a:gd name="connsiteY5" fmla="*/ 1280946 h 5401310"/>
                    <a:gd name="connsiteX6" fmla="*/ 1819308 w 2457647"/>
                    <a:gd name="connsiteY6" fmla="*/ 2547444 h 5401310"/>
                    <a:gd name="connsiteX7" fmla="*/ 1639199 w 2457647"/>
                    <a:gd name="connsiteY7" fmla="*/ 3558826 h 5401310"/>
                    <a:gd name="connsiteX8" fmla="*/ 2331926 w 2457647"/>
                    <a:gd name="connsiteY8" fmla="*/ 4445517 h 5401310"/>
                    <a:gd name="connsiteX9" fmla="*/ 2428907 w 2457647"/>
                    <a:gd name="connsiteY9" fmla="*/ 5068972 h 5401310"/>
                    <a:gd name="connsiteX10" fmla="*/ 1999417 w 2457647"/>
                    <a:gd name="connsiteY10" fmla="*/ 5359917 h 5401310"/>
                    <a:gd name="connsiteX11" fmla="*/ 724798 w 2457647"/>
                    <a:gd name="connsiteY11" fmla="*/ 5318354 h 5401310"/>
                    <a:gd name="connsiteX12" fmla="*/ 281453 w 2457647"/>
                    <a:gd name="connsiteY12" fmla="*/ 4681044 h 5401310"/>
                    <a:gd name="connsiteX0" fmla="*/ 281453 w 2457647"/>
                    <a:gd name="connsiteY0" fmla="*/ 4423142 h 5143408"/>
                    <a:gd name="connsiteX1" fmla="*/ 101345 w 2457647"/>
                    <a:gd name="connsiteY1" fmla="*/ 2469651 h 5143408"/>
                    <a:gd name="connsiteX2" fmla="*/ 4363 w 2457647"/>
                    <a:gd name="connsiteY2" fmla="*/ 890233 h 5143408"/>
                    <a:gd name="connsiteX3" fmla="*/ 239890 w 2457647"/>
                    <a:gd name="connsiteY3" fmla="*/ 72815 h 5143408"/>
                    <a:gd name="connsiteX4" fmla="*/ 1480852 w 2457647"/>
                    <a:gd name="connsiteY4" fmla="*/ 147460 h 5143408"/>
                    <a:gd name="connsiteX5" fmla="*/ 1875873 w 2457647"/>
                    <a:gd name="connsiteY5" fmla="*/ 1023044 h 5143408"/>
                    <a:gd name="connsiteX6" fmla="*/ 1819308 w 2457647"/>
                    <a:gd name="connsiteY6" fmla="*/ 2289542 h 5143408"/>
                    <a:gd name="connsiteX7" fmla="*/ 1639199 w 2457647"/>
                    <a:gd name="connsiteY7" fmla="*/ 3300924 h 5143408"/>
                    <a:gd name="connsiteX8" fmla="*/ 2331926 w 2457647"/>
                    <a:gd name="connsiteY8" fmla="*/ 4187615 h 5143408"/>
                    <a:gd name="connsiteX9" fmla="*/ 2428907 w 2457647"/>
                    <a:gd name="connsiteY9" fmla="*/ 4811070 h 5143408"/>
                    <a:gd name="connsiteX10" fmla="*/ 1999417 w 2457647"/>
                    <a:gd name="connsiteY10" fmla="*/ 5102015 h 5143408"/>
                    <a:gd name="connsiteX11" fmla="*/ 724798 w 2457647"/>
                    <a:gd name="connsiteY11" fmla="*/ 5060452 h 5143408"/>
                    <a:gd name="connsiteX12" fmla="*/ 281453 w 2457647"/>
                    <a:gd name="connsiteY12" fmla="*/ 4423142 h 5143408"/>
                    <a:gd name="connsiteX0" fmla="*/ 366492 w 2542686"/>
                    <a:gd name="connsiteY0" fmla="*/ 4276609 h 4996875"/>
                    <a:gd name="connsiteX1" fmla="*/ 186384 w 2542686"/>
                    <a:gd name="connsiteY1" fmla="*/ 2323118 h 4996875"/>
                    <a:gd name="connsiteX2" fmla="*/ 89402 w 2542686"/>
                    <a:gd name="connsiteY2" fmla="*/ 743700 h 4996875"/>
                    <a:gd name="connsiteX3" fmla="*/ 1565891 w 2542686"/>
                    <a:gd name="connsiteY3" fmla="*/ 927 h 4996875"/>
                    <a:gd name="connsiteX4" fmla="*/ 1960912 w 2542686"/>
                    <a:gd name="connsiteY4" fmla="*/ 876511 h 4996875"/>
                    <a:gd name="connsiteX5" fmla="*/ 1904347 w 2542686"/>
                    <a:gd name="connsiteY5" fmla="*/ 2143009 h 4996875"/>
                    <a:gd name="connsiteX6" fmla="*/ 1724238 w 2542686"/>
                    <a:gd name="connsiteY6" fmla="*/ 3154391 h 4996875"/>
                    <a:gd name="connsiteX7" fmla="*/ 2416965 w 2542686"/>
                    <a:gd name="connsiteY7" fmla="*/ 4041082 h 4996875"/>
                    <a:gd name="connsiteX8" fmla="*/ 2513946 w 2542686"/>
                    <a:gd name="connsiteY8" fmla="*/ 4664537 h 4996875"/>
                    <a:gd name="connsiteX9" fmla="*/ 2084456 w 2542686"/>
                    <a:gd name="connsiteY9" fmla="*/ 4955482 h 4996875"/>
                    <a:gd name="connsiteX10" fmla="*/ 809837 w 2542686"/>
                    <a:gd name="connsiteY10" fmla="*/ 4913919 h 4996875"/>
                    <a:gd name="connsiteX11" fmla="*/ 366492 w 2542686"/>
                    <a:gd name="connsiteY11" fmla="*/ 4276609 h 4996875"/>
                    <a:gd name="connsiteX0" fmla="*/ 181658 w 2357852"/>
                    <a:gd name="connsiteY0" fmla="*/ 4389837 h 5110103"/>
                    <a:gd name="connsiteX1" fmla="*/ 1550 w 2357852"/>
                    <a:gd name="connsiteY1" fmla="*/ 2436346 h 5110103"/>
                    <a:gd name="connsiteX2" fmla="*/ 269311 w 2357852"/>
                    <a:gd name="connsiteY2" fmla="*/ 267015 h 5110103"/>
                    <a:gd name="connsiteX3" fmla="*/ 1381057 w 2357852"/>
                    <a:gd name="connsiteY3" fmla="*/ 114155 h 5110103"/>
                    <a:gd name="connsiteX4" fmla="*/ 1776078 w 2357852"/>
                    <a:gd name="connsiteY4" fmla="*/ 989739 h 5110103"/>
                    <a:gd name="connsiteX5" fmla="*/ 1719513 w 2357852"/>
                    <a:gd name="connsiteY5" fmla="*/ 2256237 h 5110103"/>
                    <a:gd name="connsiteX6" fmla="*/ 1539404 w 2357852"/>
                    <a:gd name="connsiteY6" fmla="*/ 3267619 h 5110103"/>
                    <a:gd name="connsiteX7" fmla="*/ 2232131 w 2357852"/>
                    <a:gd name="connsiteY7" fmla="*/ 4154310 h 5110103"/>
                    <a:gd name="connsiteX8" fmla="*/ 2329112 w 2357852"/>
                    <a:gd name="connsiteY8" fmla="*/ 4777765 h 5110103"/>
                    <a:gd name="connsiteX9" fmla="*/ 1899622 w 2357852"/>
                    <a:gd name="connsiteY9" fmla="*/ 5068710 h 5110103"/>
                    <a:gd name="connsiteX10" fmla="*/ 625003 w 2357852"/>
                    <a:gd name="connsiteY10" fmla="*/ 5027147 h 5110103"/>
                    <a:gd name="connsiteX11" fmla="*/ 181658 w 2357852"/>
                    <a:gd name="connsiteY11" fmla="*/ 4389837 h 5110103"/>
                    <a:gd name="connsiteX0" fmla="*/ 53817 w 2230011"/>
                    <a:gd name="connsiteY0" fmla="*/ 4520109 h 5240375"/>
                    <a:gd name="connsiteX1" fmla="*/ 141470 w 2230011"/>
                    <a:gd name="connsiteY1" fmla="*/ 397287 h 5240375"/>
                    <a:gd name="connsiteX2" fmla="*/ 1253216 w 2230011"/>
                    <a:gd name="connsiteY2" fmla="*/ 244427 h 5240375"/>
                    <a:gd name="connsiteX3" fmla="*/ 1648237 w 2230011"/>
                    <a:gd name="connsiteY3" fmla="*/ 1120011 h 5240375"/>
                    <a:gd name="connsiteX4" fmla="*/ 1591672 w 2230011"/>
                    <a:gd name="connsiteY4" fmla="*/ 2386509 h 5240375"/>
                    <a:gd name="connsiteX5" fmla="*/ 1411563 w 2230011"/>
                    <a:gd name="connsiteY5" fmla="*/ 3397891 h 5240375"/>
                    <a:gd name="connsiteX6" fmla="*/ 2104290 w 2230011"/>
                    <a:gd name="connsiteY6" fmla="*/ 4284582 h 5240375"/>
                    <a:gd name="connsiteX7" fmla="*/ 2201271 w 2230011"/>
                    <a:gd name="connsiteY7" fmla="*/ 4908037 h 5240375"/>
                    <a:gd name="connsiteX8" fmla="*/ 1771781 w 2230011"/>
                    <a:gd name="connsiteY8" fmla="*/ 5198982 h 5240375"/>
                    <a:gd name="connsiteX9" fmla="*/ 497162 w 2230011"/>
                    <a:gd name="connsiteY9" fmla="*/ 5157419 h 5240375"/>
                    <a:gd name="connsiteX10" fmla="*/ 53817 w 2230011"/>
                    <a:gd name="connsiteY10" fmla="*/ 4520109 h 5240375"/>
                    <a:gd name="connsiteX0" fmla="*/ -5 w 2176189"/>
                    <a:gd name="connsiteY0" fmla="*/ 4436505 h 5156771"/>
                    <a:gd name="connsiteX1" fmla="*/ 1199394 w 2176189"/>
                    <a:gd name="connsiteY1" fmla="*/ 160823 h 5156771"/>
                    <a:gd name="connsiteX2" fmla="*/ 1594415 w 2176189"/>
                    <a:gd name="connsiteY2" fmla="*/ 1036407 h 5156771"/>
                    <a:gd name="connsiteX3" fmla="*/ 1537850 w 2176189"/>
                    <a:gd name="connsiteY3" fmla="*/ 2302905 h 5156771"/>
                    <a:gd name="connsiteX4" fmla="*/ 1357741 w 2176189"/>
                    <a:gd name="connsiteY4" fmla="*/ 3314287 h 5156771"/>
                    <a:gd name="connsiteX5" fmla="*/ 2050468 w 2176189"/>
                    <a:gd name="connsiteY5" fmla="*/ 4200978 h 5156771"/>
                    <a:gd name="connsiteX6" fmla="*/ 2147449 w 2176189"/>
                    <a:gd name="connsiteY6" fmla="*/ 4824433 h 5156771"/>
                    <a:gd name="connsiteX7" fmla="*/ 1717959 w 2176189"/>
                    <a:gd name="connsiteY7" fmla="*/ 5115378 h 5156771"/>
                    <a:gd name="connsiteX8" fmla="*/ 443340 w 2176189"/>
                    <a:gd name="connsiteY8" fmla="*/ 5073815 h 5156771"/>
                    <a:gd name="connsiteX9" fmla="*/ -5 w 2176189"/>
                    <a:gd name="connsiteY9" fmla="*/ 4436505 h 5156771"/>
                    <a:gd name="connsiteX0" fmla="*/ -5 w 2176189"/>
                    <a:gd name="connsiteY0" fmla="*/ 3463358 h 4183624"/>
                    <a:gd name="connsiteX1" fmla="*/ 1594415 w 2176189"/>
                    <a:gd name="connsiteY1" fmla="*/ 63260 h 4183624"/>
                    <a:gd name="connsiteX2" fmla="*/ 1537850 w 2176189"/>
                    <a:gd name="connsiteY2" fmla="*/ 1329758 h 4183624"/>
                    <a:gd name="connsiteX3" fmla="*/ 1357741 w 2176189"/>
                    <a:gd name="connsiteY3" fmla="*/ 2341140 h 4183624"/>
                    <a:gd name="connsiteX4" fmla="*/ 2050468 w 2176189"/>
                    <a:gd name="connsiteY4" fmla="*/ 3227831 h 4183624"/>
                    <a:gd name="connsiteX5" fmla="*/ 2147449 w 2176189"/>
                    <a:gd name="connsiteY5" fmla="*/ 3851286 h 4183624"/>
                    <a:gd name="connsiteX6" fmla="*/ 1717959 w 2176189"/>
                    <a:gd name="connsiteY6" fmla="*/ 4142231 h 4183624"/>
                    <a:gd name="connsiteX7" fmla="*/ 443340 w 2176189"/>
                    <a:gd name="connsiteY7" fmla="*/ 4100668 h 4183624"/>
                    <a:gd name="connsiteX8" fmla="*/ -5 w 2176189"/>
                    <a:gd name="connsiteY8" fmla="*/ 3463358 h 4183624"/>
                    <a:gd name="connsiteX0" fmla="*/ -5 w 2176189"/>
                    <a:gd name="connsiteY0" fmla="*/ 2159358 h 2879624"/>
                    <a:gd name="connsiteX1" fmla="*/ 1537850 w 2176189"/>
                    <a:gd name="connsiteY1" fmla="*/ 25758 h 2879624"/>
                    <a:gd name="connsiteX2" fmla="*/ 1357741 w 2176189"/>
                    <a:gd name="connsiteY2" fmla="*/ 1037140 h 2879624"/>
                    <a:gd name="connsiteX3" fmla="*/ 2050468 w 2176189"/>
                    <a:gd name="connsiteY3" fmla="*/ 1923831 h 2879624"/>
                    <a:gd name="connsiteX4" fmla="*/ 2147449 w 2176189"/>
                    <a:gd name="connsiteY4" fmla="*/ 2547286 h 2879624"/>
                    <a:gd name="connsiteX5" fmla="*/ 1717959 w 2176189"/>
                    <a:gd name="connsiteY5" fmla="*/ 2838231 h 2879624"/>
                    <a:gd name="connsiteX6" fmla="*/ 443340 w 2176189"/>
                    <a:gd name="connsiteY6" fmla="*/ 2796668 h 2879624"/>
                    <a:gd name="connsiteX7" fmla="*/ -5 w 2176189"/>
                    <a:gd name="connsiteY7" fmla="*/ 2159358 h 2879624"/>
                    <a:gd name="connsiteX0" fmla="*/ -5 w 2176189"/>
                    <a:gd name="connsiteY0" fmla="*/ 1123862 h 1844128"/>
                    <a:gd name="connsiteX1" fmla="*/ 1357741 w 2176189"/>
                    <a:gd name="connsiteY1" fmla="*/ 1644 h 1844128"/>
                    <a:gd name="connsiteX2" fmla="*/ 2050468 w 2176189"/>
                    <a:gd name="connsiteY2" fmla="*/ 888335 h 1844128"/>
                    <a:gd name="connsiteX3" fmla="*/ 2147449 w 2176189"/>
                    <a:gd name="connsiteY3" fmla="*/ 1511790 h 1844128"/>
                    <a:gd name="connsiteX4" fmla="*/ 1717959 w 2176189"/>
                    <a:gd name="connsiteY4" fmla="*/ 1802735 h 1844128"/>
                    <a:gd name="connsiteX5" fmla="*/ 443340 w 2176189"/>
                    <a:gd name="connsiteY5" fmla="*/ 1761172 h 1844128"/>
                    <a:gd name="connsiteX6" fmla="*/ -5 w 2176189"/>
                    <a:gd name="connsiteY6" fmla="*/ 1123862 h 18441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189" h="1844128">
                      <a:moveTo>
                        <a:pt x="-5" y="1123862"/>
                      </a:moveTo>
                      <a:cubicBezTo>
                        <a:pt x="152395" y="830607"/>
                        <a:pt x="1015996" y="40899"/>
                        <a:pt x="1357741" y="1644"/>
                      </a:cubicBezTo>
                      <a:cubicBezTo>
                        <a:pt x="1699487" y="-37610"/>
                        <a:pt x="1918850" y="636644"/>
                        <a:pt x="2050468" y="888335"/>
                      </a:cubicBezTo>
                      <a:cubicBezTo>
                        <a:pt x="2182086" y="1140026"/>
                        <a:pt x="2202867" y="1359390"/>
                        <a:pt x="2147449" y="1511790"/>
                      </a:cubicBezTo>
                      <a:cubicBezTo>
                        <a:pt x="2092031" y="1664190"/>
                        <a:pt x="2078177" y="1745008"/>
                        <a:pt x="1717959" y="1802735"/>
                      </a:cubicBezTo>
                      <a:cubicBezTo>
                        <a:pt x="1357741" y="1860462"/>
                        <a:pt x="727358" y="1867390"/>
                        <a:pt x="443340" y="1761172"/>
                      </a:cubicBezTo>
                      <a:cubicBezTo>
                        <a:pt x="159322" y="1654954"/>
                        <a:pt x="103904" y="1555662"/>
                        <a:pt x="-5" y="1123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" name="Oval 98"/>
                <p:cNvSpPr/>
                <p:nvPr/>
              </p:nvSpPr>
              <p:spPr>
                <a:xfrm flipV="1">
                  <a:off x="4516077" y="2057400"/>
                  <a:ext cx="49926" cy="73719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" name="Oval 99"/>
                <p:cNvSpPr/>
                <p:nvPr/>
              </p:nvSpPr>
              <p:spPr>
                <a:xfrm flipV="1">
                  <a:off x="4481125" y="2062429"/>
                  <a:ext cx="22470" cy="45263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" name="Oval 100"/>
                <p:cNvSpPr/>
                <p:nvPr/>
              </p:nvSpPr>
              <p:spPr>
                <a:xfrm flipV="1">
                  <a:off x="4453669" y="2069973"/>
                  <a:ext cx="22470" cy="45263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" name="Oval 101"/>
                <p:cNvSpPr/>
                <p:nvPr/>
              </p:nvSpPr>
              <p:spPr>
                <a:xfrm flipV="1">
                  <a:off x="4424958" y="2079172"/>
                  <a:ext cx="22470" cy="37719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" name="Oval 102"/>
                <p:cNvSpPr/>
                <p:nvPr/>
              </p:nvSpPr>
              <p:spPr>
                <a:xfrm flipV="1">
                  <a:off x="4397502" y="2100148"/>
                  <a:ext cx="22470" cy="30175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20" name="Oval 19"/>
            <p:cNvSpPr/>
            <p:nvPr/>
          </p:nvSpPr>
          <p:spPr>
            <a:xfrm>
              <a:off x="4524640" y="2264588"/>
              <a:ext cx="428360" cy="428360"/>
            </a:xfrm>
            <a:prstGeom prst="ellipse">
              <a:avLst/>
            </a:prstGeom>
            <a:solidFill>
              <a:srgbClr val="D9D9D9">
                <a:alpha val="30196"/>
              </a:srgbClr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28" name="Straight Connector 27"/>
            <p:cNvCxnSpPr>
              <a:stCxn id="20" idx="3"/>
            </p:cNvCxnSpPr>
            <p:nvPr/>
          </p:nvCxnSpPr>
          <p:spPr>
            <a:xfrm flipH="1">
              <a:off x="4524640" y="2630216"/>
              <a:ext cx="62732" cy="7342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6902" y="2209800"/>
            <a:ext cx="579438" cy="560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3D1DE0E-F304-4EED-846D-CCBEA648383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12" t="11455" r="33262" b="10545"/>
          <a:stretch/>
        </p:blipFill>
        <p:spPr>
          <a:xfrm>
            <a:off x="838200" y="3429000"/>
            <a:ext cx="2030435" cy="267498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BD71421A-6C63-4DC9-A5A3-9BCC1A5AB3D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31"/>
          <a:stretch/>
        </p:blipFill>
        <p:spPr>
          <a:xfrm>
            <a:off x="3698168" y="3352800"/>
            <a:ext cx="5154397" cy="3429479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6CA98FAE-0597-4153-8563-E22E3D3BAAF2}"/>
              </a:ext>
            </a:extLst>
          </p:cNvPr>
          <p:cNvSpPr txBox="1"/>
          <p:nvPr/>
        </p:nvSpPr>
        <p:spPr>
          <a:xfrm>
            <a:off x="6164166" y="3408059"/>
            <a:ext cx="90137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dirty="0" err="1">
                <a:solidFill>
                  <a:schemeClr val="accent6">
                    <a:lumMod val="50000"/>
                  </a:schemeClr>
                </a:solidFill>
              </a:rPr>
              <a:t>श्री</a:t>
            </a:r>
            <a:endParaRPr lang="en-IN" sz="6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801B444-247D-4CEF-9A42-FD24A7741B43}"/>
              </a:ext>
            </a:extLst>
          </p:cNvPr>
          <p:cNvSpPr txBox="1"/>
          <p:nvPr/>
        </p:nvSpPr>
        <p:spPr>
          <a:xfrm>
            <a:off x="6400799" y="5585163"/>
            <a:ext cx="17526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6">
                    <a:lumMod val="50000"/>
                  </a:schemeClr>
                </a:solidFill>
              </a:rPr>
              <a:t>[</a:t>
            </a:r>
            <a:r>
              <a:rPr lang="en-IN" sz="4800" dirty="0" err="1">
                <a:solidFill>
                  <a:schemeClr val="accent6">
                    <a:lumMod val="50000"/>
                  </a:schemeClr>
                </a:solidFill>
              </a:rPr>
              <a:t>Shr</a:t>
            </a:r>
            <a:r>
              <a:rPr lang="en-IN" sz="4800" dirty="0" err="1">
                <a:solidFill>
                  <a:schemeClr val="accent6">
                    <a:lumMod val="50000"/>
                  </a:schemeClr>
                </a:solidFill>
                <a:latin typeface="Footlight MT Light" panose="0204060206030A020304" pitchFamily="18" charset="0"/>
              </a:rPr>
              <a:t>I</a:t>
            </a:r>
            <a:r>
              <a:rPr lang="en-IN" sz="4800" dirty="0">
                <a:solidFill>
                  <a:schemeClr val="accent6">
                    <a:lumMod val="50000"/>
                  </a:schemeClr>
                </a:solidFill>
                <a:latin typeface="Footlight MT Light" panose="0204060206030A020304" pitchFamily="18" charset="0"/>
              </a:rPr>
              <a:t>]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60E0259-0EB2-4530-A189-7C4C7CDACBA0}"/>
              </a:ext>
            </a:extLst>
          </p:cNvPr>
          <p:cNvSpPr/>
          <p:nvPr/>
        </p:nvSpPr>
        <p:spPr>
          <a:xfrm rot="20987906">
            <a:off x="4083056" y="4904916"/>
            <a:ext cx="351420" cy="708363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D9074CAA-A4A9-4683-BFA2-94D2BBB224F0}"/>
              </a:ext>
            </a:extLst>
          </p:cNvPr>
          <p:cNvSpPr/>
          <p:nvPr/>
        </p:nvSpPr>
        <p:spPr>
          <a:xfrm rot="20987906">
            <a:off x="4750846" y="4536890"/>
            <a:ext cx="351420" cy="708363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5EE44268-B4DE-42BF-8D16-288588636250}"/>
              </a:ext>
            </a:extLst>
          </p:cNvPr>
          <p:cNvSpPr/>
          <p:nvPr/>
        </p:nvSpPr>
        <p:spPr>
          <a:xfrm rot="20987906">
            <a:off x="5456028" y="4196969"/>
            <a:ext cx="351420" cy="708363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02BC8FF0-FBB4-48C6-B667-CF28BE622F49}"/>
              </a:ext>
            </a:extLst>
          </p:cNvPr>
          <p:cNvSpPr/>
          <p:nvPr/>
        </p:nvSpPr>
        <p:spPr>
          <a:xfrm rot="3701707">
            <a:off x="5284695" y="5745851"/>
            <a:ext cx="444907" cy="904353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Arc 45">
            <a:extLst>
              <a:ext uri="{FF2B5EF4-FFF2-40B4-BE49-F238E27FC236}">
                <a16:creationId xmlns:a16="http://schemas.microsoft.com/office/drawing/2014/main" id="{F20E1A99-9A71-445F-AFB3-7A40BD28F7B2}"/>
              </a:ext>
            </a:extLst>
          </p:cNvPr>
          <p:cNvSpPr/>
          <p:nvPr/>
        </p:nvSpPr>
        <p:spPr>
          <a:xfrm rot="21120836">
            <a:off x="3938341" y="4671569"/>
            <a:ext cx="466134" cy="250264"/>
          </a:xfrm>
          <a:prstGeom prst="arc">
            <a:avLst>
              <a:gd name="adj1" fmla="val 10452174"/>
              <a:gd name="adj2" fmla="val 0"/>
            </a:avLst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7" name="Arc 106">
            <a:extLst>
              <a:ext uri="{FF2B5EF4-FFF2-40B4-BE49-F238E27FC236}">
                <a16:creationId xmlns:a16="http://schemas.microsoft.com/office/drawing/2014/main" id="{40C080C3-FF40-44DE-B039-300F17D4C9D2}"/>
              </a:ext>
            </a:extLst>
          </p:cNvPr>
          <p:cNvSpPr/>
          <p:nvPr/>
        </p:nvSpPr>
        <p:spPr>
          <a:xfrm rot="21120836">
            <a:off x="3901325" y="4528596"/>
            <a:ext cx="466134" cy="250264"/>
          </a:xfrm>
          <a:prstGeom prst="arc">
            <a:avLst>
              <a:gd name="adj1" fmla="val 10452174"/>
              <a:gd name="adj2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8" name="Arc 107">
            <a:extLst>
              <a:ext uri="{FF2B5EF4-FFF2-40B4-BE49-F238E27FC236}">
                <a16:creationId xmlns:a16="http://schemas.microsoft.com/office/drawing/2014/main" id="{5DDA4E33-B191-4FA3-9949-8A166B8C9A6D}"/>
              </a:ext>
            </a:extLst>
          </p:cNvPr>
          <p:cNvSpPr/>
          <p:nvPr/>
        </p:nvSpPr>
        <p:spPr>
          <a:xfrm rot="21120836">
            <a:off x="3862141" y="4386236"/>
            <a:ext cx="466134" cy="250264"/>
          </a:xfrm>
          <a:prstGeom prst="arc">
            <a:avLst>
              <a:gd name="adj1" fmla="val 1045217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9" name="Arc 108">
            <a:extLst>
              <a:ext uri="{FF2B5EF4-FFF2-40B4-BE49-F238E27FC236}">
                <a16:creationId xmlns:a16="http://schemas.microsoft.com/office/drawing/2014/main" id="{00E14555-D0FC-4DC2-843E-D13A80CB9410}"/>
              </a:ext>
            </a:extLst>
          </p:cNvPr>
          <p:cNvSpPr/>
          <p:nvPr/>
        </p:nvSpPr>
        <p:spPr>
          <a:xfrm rot="21120836">
            <a:off x="4615995" y="4362169"/>
            <a:ext cx="466134" cy="250264"/>
          </a:xfrm>
          <a:prstGeom prst="arc">
            <a:avLst>
              <a:gd name="adj1" fmla="val 10452174"/>
              <a:gd name="adj2" fmla="val 0"/>
            </a:avLst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0" name="Arc 109">
            <a:extLst>
              <a:ext uri="{FF2B5EF4-FFF2-40B4-BE49-F238E27FC236}">
                <a16:creationId xmlns:a16="http://schemas.microsoft.com/office/drawing/2014/main" id="{140D280D-05A1-47C7-B5DD-C31AC4006D23}"/>
              </a:ext>
            </a:extLst>
          </p:cNvPr>
          <p:cNvSpPr/>
          <p:nvPr/>
        </p:nvSpPr>
        <p:spPr>
          <a:xfrm rot="21120836">
            <a:off x="4578979" y="4219196"/>
            <a:ext cx="466134" cy="250264"/>
          </a:xfrm>
          <a:prstGeom prst="arc">
            <a:avLst>
              <a:gd name="adj1" fmla="val 10452174"/>
              <a:gd name="adj2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1" name="Arc 110">
            <a:extLst>
              <a:ext uri="{FF2B5EF4-FFF2-40B4-BE49-F238E27FC236}">
                <a16:creationId xmlns:a16="http://schemas.microsoft.com/office/drawing/2014/main" id="{191F5F82-4E3B-4245-99F0-8063B0AF4F00}"/>
              </a:ext>
            </a:extLst>
          </p:cNvPr>
          <p:cNvSpPr/>
          <p:nvPr/>
        </p:nvSpPr>
        <p:spPr>
          <a:xfrm rot="21120836">
            <a:off x="4539795" y="4076836"/>
            <a:ext cx="466134" cy="250264"/>
          </a:xfrm>
          <a:prstGeom prst="arc">
            <a:avLst>
              <a:gd name="adj1" fmla="val 1045217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" name="Arc 111">
            <a:extLst>
              <a:ext uri="{FF2B5EF4-FFF2-40B4-BE49-F238E27FC236}">
                <a16:creationId xmlns:a16="http://schemas.microsoft.com/office/drawing/2014/main" id="{EE315A5A-004C-49D4-9185-5FF47C1181D3}"/>
              </a:ext>
            </a:extLst>
          </p:cNvPr>
          <p:cNvSpPr/>
          <p:nvPr/>
        </p:nvSpPr>
        <p:spPr>
          <a:xfrm rot="21120836">
            <a:off x="5337902" y="4049571"/>
            <a:ext cx="466134" cy="250264"/>
          </a:xfrm>
          <a:prstGeom prst="arc">
            <a:avLst>
              <a:gd name="adj1" fmla="val 10452174"/>
              <a:gd name="adj2" fmla="val 0"/>
            </a:avLst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" name="Arc 112">
            <a:extLst>
              <a:ext uri="{FF2B5EF4-FFF2-40B4-BE49-F238E27FC236}">
                <a16:creationId xmlns:a16="http://schemas.microsoft.com/office/drawing/2014/main" id="{234B637F-9336-46B3-BBA3-6FC2086C8797}"/>
              </a:ext>
            </a:extLst>
          </p:cNvPr>
          <p:cNvSpPr/>
          <p:nvPr/>
        </p:nvSpPr>
        <p:spPr>
          <a:xfrm rot="21120836">
            <a:off x="5300886" y="3906598"/>
            <a:ext cx="466134" cy="250264"/>
          </a:xfrm>
          <a:prstGeom prst="arc">
            <a:avLst>
              <a:gd name="adj1" fmla="val 10452174"/>
              <a:gd name="adj2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4" name="Arc 113">
            <a:extLst>
              <a:ext uri="{FF2B5EF4-FFF2-40B4-BE49-F238E27FC236}">
                <a16:creationId xmlns:a16="http://schemas.microsoft.com/office/drawing/2014/main" id="{F0C9F0A3-570B-47F3-9C35-716EDB899B83}"/>
              </a:ext>
            </a:extLst>
          </p:cNvPr>
          <p:cNvSpPr/>
          <p:nvPr/>
        </p:nvSpPr>
        <p:spPr>
          <a:xfrm rot="21120836">
            <a:off x="5261702" y="3764238"/>
            <a:ext cx="466134" cy="250264"/>
          </a:xfrm>
          <a:prstGeom prst="arc">
            <a:avLst>
              <a:gd name="adj1" fmla="val 1045217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2518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roup 80">
            <a:extLst>
              <a:ext uri="{FF2B5EF4-FFF2-40B4-BE49-F238E27FC236}">
                <a16:creationId xmlns:a16="http://schemas.microsoft.com/office/drawing/2014/main" id="{4C632A77-17F4-028B-424E-6F707290D8BE}"/>
              </a:ext>
            </a:extLst>
          </p:cNvPr>
          <p:cNvGrpSpPr>
            <a:grpSpLocks noChangeAspect="1"/>
          </p:cNvGrpSpPr>
          <p:nvPr/>
        </p:nvGrpSpPr>
        <p:grpSpPr>
          <a:xfrm>
            <a:off x="1108601" y="826065"/>
            <a:ext cx="913508" cy="720000"/>
            <a:chOff x="1108601" y="826065"/>
            <a:chExt cx="1008541" cy="79490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0160027-1BA4-712A-E97D-5980BD98D678}"/>
                </a:ext>
              </a:extLst>
            </p:cNvPr>
            <p:cNvGrpSpPr/>
            <p:nvPr/>
          </p:nvGrpSpPr>
          <p:grpSpPr>
            <a:xfrm rot="17913379">
              <a:off x="1218329" y="756878"/>
              <a:ext cx="182880" cy="402336"/>
              <a:chOff x="2266753" y="838200"/>
              <a:chExt cx="2232973" cy="4876800"/>
            </a:xfrm>
          </p:grpSpPr>
          <p:sp>
            <p:nvSpPr>
              <p:cNvPr id="5" name="Freeform 4">
                <a:extLst>
                  <a:ext uri="{FF2B5EF4-FFF2-40B4-BE49-F238E27FC236}">
                    <a16:creationId xmlns:a16="http://schemas.microsoft.com/office/drawing/2014/main" id="{351D0651-6707-6AE9-A763-69ACE47274C8}"/>
                  </a:ext>
                </a:extLst>
              </p:cNvPr>
              <p:cNvSpPr/>
              <p:nvPr/>
            </p:nvSpPr>
            <p:spPr>
              <a:xfrm rot="184993">
                <a:off x="2266753" y="838200"/>
                <a:ext cx="2232973" cy="3886200"/>
              </a:xfrm>
              <a:custGeom>
                <a:avLst/>
                <a:gdLst>
                  <a:gd name="connsiteX0" fmla="*/ 452236 w 2914469"/>
                  <a:gd name="connsiteY0" fmla="*/ 4744449 h 5470974"/>
                  <a:gd name="connsiteX1" fmla="*/ 8891 w 2914469"/>
                  <a:gd name="connsiteY1" fmla="*/ 2749394 h 5470974"/>
                  <a:gd name="connsiteX2" fmla="*/ 175146 w 2914469"/>
                  <a:gd name="connsiteY2" fmla="*/ 1211540 h 5470974"/>
                  <a:gd name="connsiteX3" fmla="*/ 410673 w 2914469"/>
                  <a:gd name="connsiteY3" fmla="*/ 394122 h 5470974"/>
                  <a:gd name="connsiteX4" fmla="*/ 1186527 w 2914469"/>
                  <a:gd name="connsiteY4" fmla="*/ 6194 h 5470974"/>
                  <a:gd name="connsiteX5" fmla="*/ 2142491 w 2914469"/>
                  <a:gd name="connsiteY5" fmla="*/ 269431 h 5470974"/>
                  <a:gd name="connsiteX6" fmla="*/ 2447291 w 2914469"/>
                  <a:gd name="connsiteY6" fmla="*/ 1599467 h 5470974"/>
                  <a:gd name="connsiteX7" fmla="*/ 1990091 w 2914469"/>
                  <a:gd name="connsiteY7" fmla="*/ 2610849 h 5470974"/>
                  <a:gd name="connsiteX8" fmla="*/ 1809982 w 2914469"/>
                  <a:gd name="connsiteY8" fmla="*/ 3622231 h 5470974"/>
                  <a:gd name="connsiteX9" fmla="*/ 2655109 w 2914469"/>
                  <a:gd name="connsiteY9" fmla="*/ 4522776 h 5470974"/>
                  <a:gd name="connsiteX10" fmla="*/ 2890636 w 2914469"/>
                  <a:gd name="connsiteY10" fmla="*/ 5049249 h 5470974"/>
                  <a:gd name="connsiteX11" fmla="*/ 2170200 w 2914469"/>
                  <a:gd name="connsiteY11" fmla="*/ 5423322 h 5470974"/>
                  <a:gd name="connsiteX12" fmla="*/ 729327 w 2914469"/>
                  <a:gd name="connsiteY12" fmla="*/ 5395613 h 5470974"/>
                  <a:gd name="connsiteX13" fmla="*/ 452236 w 2914469"/>
                  <a:gd name="connsiteY13" fmla="*/ 4744449 h 5470974"/>
                  <a:gd name="connsiteX0" fmla="*/ 452236 w 2733397"/>
                  <a:gd name="connsiteY0" fmla="*/ 4744449 h 5470974"/>
                  <a:gd name="connsiteX1" fmla="*/ 8891 w 2733397"/>
                  <a:gd name="connsiteY1" fmla="*/ 2749394 h 5470974"/>
                  <a:gd name="connsiteX2" fmla="*/ 175146 w 2733397"/>
                  <a:gd name="connsiteY2" fmla="*/ 1211540 h 5470974"/>
                  <a:gd name="connsiteX3" fmla="*/ 410673 w 2733397"/>
                  <a:gd name="connsiteY3" fmla="*/ 394122 h 5470974"/>
                  <a:gd name="connsiteX4" fmla="*/ 1186527 w 2733397"/>
                  <a:gd name="connsiteY4" fmla="*/ 6194 h 5470974"/>
                  <a:gd name="connsiteX5" fmla="*/ 2142491 w 2733397"/>
                  <a:gd name="connsiteY5" fmla="*/ 269431 h 5470974"/>
                  <a:gd name="connsiteX6" fmla="*/ 2447291 w 2733397"/>
                  <a:gd name="connsiteY6" fmla="*/ 1599467 h 5470974"/>
                  <a:gd name="connsiteX7" fmla="*/ 1990091 w 2733397"/>
                  <a:gd name="connsiteY7" fmla="*/ 2610849 h 5470974"/>
                  <a:gd name="connsiteX8" fmla="*/ 1809982 w 2733397"/>
                  <a:gd name="connsiteY8" fmla="*/ 3622231 h 5470974"/>
                  <a:gd name="connsiteX9" fmla="*/ 2655109 w 2733397"/>
                  <a:gd name="connsiteY9" fmla="*/ 4522776 h 5470974"/>
                  <a:gd name="connsiteX10" fmla="*/ 2641254 w 2733397"/>
                  <a:gd name="connsiteY10" fmla="*/ 5146231 h 5470974"/>
                  <a:gd name="connsiteX11" fmla="*/ 2170200 w 2733397"/>
                  <a:gd name="connsiteY11" fmla="*/ 5423322 h 5470974"/>
                  <a:gd name="connsiteX12" fmla="*/ 729327 w 2733397"/>
                  <a:gd name="connsiteY12" fmla="*/ 5395613 h 5470974"/>
                  <a:gd name="connsiteX13" fmla="*/ 452236 w 2733397"/>
                  <a:gd name="connsiteY13" fmla="*/ 4744449 h 5470974"/>
                  <a:gd name="connsiteX0" fmla="*/ 452236 w 2662490"/>
                  <a:gd name="connsiteY0" fmla="*/ 4744449 h 5470974"/>
                  <a:gd name="connsiteX1" fmla="*/ 8891 w 2662490"/>
                  <a:gd name="connsiteY1" fmla="*/ 2749394 h 5470974"/>
                  <a:gd name="connsiteX2" fmla="*/ 175146 w 2662490"/>
                  <a:gd name="connsiteY2" fmla="*/ 1211540 h 5470974"/>
                  <a:gd name="connsiteX3" fmla="*/ 410673 w 2662490"/>
                  <a:gd name="connsiteY3" fmla="*/ 394122 h 5470974"/>
                  <a:gd name="connsiteX4" fmla="*/ 1186527 w 2662490"/>
                  <a:gd name="connsiteY4" fmla="*/ 6194 h 5470974"/>
                  <a:gd name="connsiteX5" fmla="*/ 2142491 w 2662490"/>
                  <a:gd name="connsiteY5" fmla="*/ 269431 h 5470974"/>
                  <a:gd name="connsiteX6" fmla="*/ 2447291 w 2662490"/>
                  <a:gd name="connsiteY6" fmla="*/ 1599467 h 5470974"/>
                  <a:gd name="connsiteX7" fmla="*/ 1990091 w 2662490"/>
                  <a:gd name="connsiteY7" fmla="*/ 2610849 h 5470974"/>
                  <a:gd name="connsiteX8" fmla="*/ 1809982 w 2662490"/>
                  <a:gd name="connsiteY8" fmla="*/ 3622231 h 5470974"/>
                  <a:gd name="connsiteX9" fmla="*/ 2502709 w 2662490"/>
                  <a:gd name="connsiteY9" fmla="*/ 4508922 h 5470974"/>
                  <a:gd name="connsiteX10" fmla="*/ 2641254 w 2662490"/>
                  <a:gd name="connsiteY10" fmla="*/ 5146231 h 5470974"/>
                  <a:gd name="connsiteX11" fmla="*/ 2170200 w 2662490"/>
                  <a:gd name="connsiteY11" fmla="*/ 5423322 h 5470974"/>
                  <a:gd name="connsiteX12" fmla="*/ 729327 w 2662490"/>
                  <a:gd name="connsiteY12" fmla="*/ 5395613 h 5470974"/>
                  <a:gd name="connsiteX13" fmla="*/ 452236 w 2662490"/>
                  <a:gd name="connsiteY13" fmla="*/ 4744449 h 5470974"/>
                  <a:gd name="connsiteX0" fmla="*/ 452236 w 2628430"/>
                  <a:gd name="connsiteY0" fmla="*/ 4744449 h 5470974"/>
                  <a:gd name="connsiteX1" fmla="*/ 8891 w 2628430"/>
                  <a:gd name="connsiteY1" fmla="*/ 2749394 h 5470974"/>
                  <a:gd name="connsiteX2" fmla="*/ 175146 w 2628430"/>
                  <a:gd name="connsiteY2" fmla="*/ 1211540 h 5470974"/>
                  <a:gd name="connsiteX3" fmla="*/ 410673 w 2628430"/>
                  <a:gd name="connsiteY3" fmla="*/ 394122 h 5470974"/>
                  <a:gd name="connsiteX4" fmla="*/ 1186527 w 2628430"/>
                  <a:gd name="connsiteY4" fmla="*/ 6194 h 5470974"/>
                  <a:gd name="connsiteX5" fmla="*/ 2142491 w 2628430"/>
                  <a:gd name="connsiteY5" fmla="*/ 269431 h 5470974"/>
                  <a:gd name="connsiteX6" fmla="*/ 2447291 w 2628430"/>
                  <a:gd name="connsiteY6" fmla="*/ 1599467 h 5470974"/>
                  <a:gd name="connsiteX7" fmla="*/ 1990091 w 2628430"/>
                  <a:gd name="connsiteY7" fmla="*/ 2610849 h 5470974"/>
                  <a:gd name="connsiteX8" fmla="*/ 1809982 w 2628430"/>
                  <a:gd name="connsiteY8" fmla="*/ 3622231 h 5470974"/>
                  <a:gd name="connsiteX9" fmla="*/ 2502709 w 2628430"/>
                  <a:gd name="connsiteY9" fmla="*/ 4508922 h 5470974"/>
                  <a:gd name="connsiteX10" fmla="*/ 2599690 w 2628430"/>
                  <a:gd name="connsiteY10" fmla="*/ 5132377 h 5470974"/>
                  <a:gd name="connsiteX11" fmla="*/ 2170200 w 2628430"/>
                  <a:gd name="connsiteY11" fmla="*/ 5423322 h 5470974"/>
                  <a:gd name="connsiteX12" fmla="*/ 729327 w 2628430"/>
                  <a:gd name="connsiteY12" fmla="*/ 5395613 h 5470974"/>
                  <a:gd name="connsiteX13" fmla="*/ 452236 w 2628430"/>
                  <a:gd name="connsiteY13" fmla="*/ 4744449 h 5470974"/>
                  <a:gd name="connsiteX0" fmla="*/ 452236 w 2628430"/>
                  <a:gd name="connsiteY0" fmla="*/ 4744449 h 5464715"/>
                  <a:gd name="connsiteX1" fmla="*/ 8891 w 2628430"/>
                  <a:gd name="connsiteY1" fmla="*/ 2749394 h 5464715"/>
                  <a:gd name="connsiteX2" fmla="*/ 175146 w 2628430"/>
                  <a:gd name="connsiteY2" fmla="*/ 1211540 h 5464715"/>
                  <a:gd name="connsiteX3" fmla="*/ 410673 w 2628430"/>
                  <a:gd name="connsiteY3" fmla="*/ 394122 h 5464715"/>
                  <a:gd name="connsiteX4" fmla="*/ 1186527 w 2628430"/>
                  <a:gd name="connsiteY4" fmla="*/ 6194 h 5464715"/>
                  <a:gd name="connsiteX5" fmla="*/ 2142491 w 2628430"/>
                  <a:gd name="connsiteY5" fmla="*/ 269431 h 5464715"/>
                  <a:gd name="connsiteX6" fmla="*/ 2447291 w 2628430"/>
                  <a:gd name="connsiteY6" fmla="*/ 1599467 h 5464715"/>
                  <a:gd name="connsiteX7" fmla="*/ 1990091 w 2628430"/>
                  <a:gd name="connsiteY7" fmla="*/ 2610849 h 5464715"/>
                  <a:gd name="connsiteX8" fmla="*/ 1809982 w 2628430"/>
                  <a:gd name="connsiteY8" fmla="*/ 3622231 h 5464715"/>
                  <a:gd name="connsiteX9" fmla="*/ 2502709 w 2628430"/>
                  <a:gd name="connsiteY9" fmla="*/ 4508922 h 5464715"/>
                  <a:gd name="connsiteX10" fmla="*/ 2599690 w 2628430"/>
                  <a:gd name="connsiteY10" fmla="*/ 5132377 h 5464715"/>
                  <a:gd name="connsiteX11" fmla="*/ 2170200 w 2628430"/>
                  <a:gd name="connsiteY11" fmla="*/ 5423322 h 5464715"/>
                  <a:gd name="connsiteX12" fmla="*/ 895581 w 2628430"/>
                  <a:gd name="connsiteY12" fmla="*/ 5381759 h 5464715"/>
                  <a:gd name="connsiteX13" fmla="*/ 452236 w 2628430"/>
                  <a:gd name="connsiteY13" fmla="*/ 4744449 h 5464715"/>
                  <a:gd name="connsiteX0" fmla="*/ 281453 w 2457647"/>
                  <a:gd name="connsiteY0" fmla="*/ 4744449 h 5464715"/>
                  <a:gd name="connsiteX1" fmla="*/ 101345 w 2457647"/>
                  <a:gd name="connsiteY1" fmla="*/ 2790958 h 5464715"/>
                  <a:gd name="connsiteX2" fmla="*/ 4363 w 2457647"/>
                  <a:gd name="connsiteY2" fmla="*/ 1211540 h 5464715"/>
                  <a:gd name="connsiteX3" fmla="*/ 239890 w 2457647"/>
                  <a:gd name="connsiteY3" fmla="*/ 394122 h 5464715"/>
                  <a:gd name="connsiteX4" fmla="*/ 1015744 w 2457647"/>
                  <a:gd name="connsiteY4" fmla="*/ 6194 h 5464715"/>
                  <a:gd name="connsiteX5" fmla="*/ 1971708 w 2457647"/>
                  <a:gd name="connsiteY5" fmla="*/ 269431 h 5464715"/>
                  <a:gd name="connsiteX6" fmla="*/ 2276508 w 2457647"/>
                  <a:gd name="connsiteY6" fmla="*/ 1599467 h 5464715"/>
                  <a:gd name="connsiteX7" fmla="*/ 1819308 w 2457647"/>
                  <a:gd name="connsiteY7" fmla="*/ 2610849 h 5464715"/>
                  <a:gd name="connsiteX8" fmla="*/ 1639199 w 2457647"/>
                  <a:gd name="connsiteY8" fmla="*/ 3622231 h 5464715"/>
                  <a:gd name="connsiteX9" fmla="*/ 2331926 w 2457647"/>
                  <a:gd name="connsiteY9" fmla="*/ 4508922 h 5464715"/>
                  <a:gd name="connsiteX10" fmla="*/ 2428907 w 2457647"/>
                  <a:gd name="connsiteY10" fmla="*/ 5132377 h 5464715"/>
                  <a:gd name="connsiteX11" fmla="*/ 1999417 w 2457647"/>
                  <a:gd name="connsiteY11" fmla="*/ 5423322 h 5464715"/>
                  <a:gd name="connsiteX12" fmla="*/ 724798 w 2457647"/>
                  <a:gd name="connsiteY12" fmla="*/ 5381759 h 5464715"/>
                  <a:gd name="connsiteX13" fmla="*/ 281453 w 2457647"/>
                  <a:gd name="connsiteY13" fmla="*/ 4744449 h 54647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57647" h="5464715">
                    <a:moveTo>
                      <a:pt x="281453" y="4744449"/>
                    </a:moveTo>
                    <a:cubicBezTo>
                      <a:pt x="177544" y="4312649"/>
                      <a:pt x="147527" y="3379776"/>
                      <a:pt x="101345" y="2790958"/>
                    </a:cubicBezTo>
                    <a:cubicBezTo>
                      <a:pt x="55163" y="2202140"/>
                      <a:pt x="-18728" y="1611013"/>
                      <a:pt x="4363" y="1211540"/>
                    </a:cubicBezTo>
                    <a:cubicBezTo>
                      <a:pt x="27454" y="812067"/>
                      <a:pt x="71326" y="595013"/>
                      <a:pt x="239890" y="394122"/>
                    </a:cubicBezTo>
                    <a:cubicBezTo>
                      <a:pt x="408454" y="193231"/>
                      <a:pt x="727108" y="26976"/>
                      <a:pt x="1015744" y="6194"/>
                    </a:cubicBezTo>
                    <a:cubicBezTo>
                      <a:pt x="1304380" y="-14588"/>
                      <a:pt x="1761581" y="3886"/>
                      <a:pt x="1971708" y="269431"/>
                    </a:cubicBezTo>
                    <a:cubicBezTo>
                      <a:pt x="2181835" y="534976"/>
                      <a:pt x="2301908" y="1209231"/>
                      <a:pt x="2276508" y="1599467"/>
                    </a:cubicBezTo>
                    <a:cubicBezTo>
                      <a:pt x="2251108" y="1989703"/>
                      <a:pt x="1925526" y="2273722"/>
                      <a:pt x="1819308" y="2610849"/>
                    </a:cubicBezTo>
                    <a:cubicBezTo>
                      <a:pt x="1713090" y="2947976"/>
                      <a:pt x="1553763" y="3305886"/>
                      <a:pt x="1639199" y="3622231"/>
                    </a:cubicBezTo>
                    <a:cubicBezTo>
                      <a:pt x="1724635" y="3938577"/>
                      <a:pt x="2200308" y="4257231"/>
                      <a:pt x="2331926" y="4508922"/>
                    </a:cubicBezTo>
                    <a:cubicBezTo>
                      <a:pt x="2463544" y="4760613"/>
                      <a:pt x="2484325" y="4979977"/>
                      <a:pt x="2428907" y="5132377"/>
                    </a:cubicBezTo>
                    <a:cubicBezTo>
                      <a:pt x="2373489" y="5284777"/>
                      <a:pt x="2359635" y="5365595"/>
                      <a:pt x="1999417" y="5423322"/>
                    </a:cubicBezTo>
                    <a:cubicBezTo>
                      <a:pt x="1639199" y="5481049"/>
                      <a:pt x="1008816" y="5487977"/>
                      <a:pt x="724798" y="5381759"/>
                    </a:cubicBezTo>
                    <a:cubicBezTo>
                      <a:pt x="440780" y="5275541"/>
                      <a:pt x="385362" y="5176249"/>
                      <a:pt x="281453" y="474444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E04F3CD3-F609-B411-2482-8879AC733489}"/>
                  </a:ext>
                </a:extLst>
              </p:cNvPr>
              <p:cNvSpPr/>
              <p:nvPr/>
            </p:nvSpPr>
            <p:spPr>
              <a:xfrm>
                <a:off x="3810000" y="4821439"/>
                <a:ext cx="609600" cy="89356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FA1A93EA-59D9-A61A-60F4-709808B68408}"/>
                  </a:ext>
                </a:extLst>
              </p:cNvPr>
              <p:cNvSpPr/>
              <p:nvPr/>
            </p:nvSpPr>
            <p:spPr>
              <a:xfrm>
                <a:off x="3383239" y="5105400"/>
                <a:ext cx="274361" cy="54864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36FAC1E-1A93-83B6-1B2A-46A5C9F736E3}"/>
                  </a:ext>
                </a:extLst>
              </p:cNvPr>
              <p:cNvSpPr/>
              <p:nvPr/>
            </p:nvSpPr>
            <p:spPr>
              <a:xfrm>
                <a:off x="3048000" y="5013960"/>
                <a:ext cx="274361" cy="54864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CA84D135-95DF-8CA5-25D9-585013926BFF}"/>
                  </a:ext>
                </a:extLst>
              </p:cNvPr>
              <p:cNvSpPr/>
              <p:nvPr/>
            </p:nvSpPr>
            <p:spPr>
              <a:xfrm>
                <a:off x="2697439" y="4993899"/>
                <a:ext cx="274361" cy="457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222625C-8195-8659-7C4E-0A99167CB448}"/>
                  </a:ext>
                </a:extLst>
              </p:cNvPr>
              <p:cNvSpPr/>
              <p:nvPr/>
            </p:nvSpPr>
            <p:spPr>
              <a:xfrm>
                <a:off x="2362200" y="4831080"/>
                <a:ext cx="274361" cy="365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4557C8C-0224-0D74-3F2B-77003A5C5CD1}"/>
                </a:ext>
              </a:extLst>
            </p:cNvPr>
            <p:cNvGrpSpPr>
              <a:grpSpLocks noChangeAspect="1"/>
            </p:cNvGrpSpPr>
            <p:nvPr/>
          </p:nvGrpSpPr>
          <p:grpSpPr>
            <a:xfrm rot="9989517">
              <a:off x="1600675" y="1223443"/>
              <a:ext cx="182017" cy="397524"/>
              <a:chOff x="4625027" y="838200"/>
              <a:chExt cx="2232973" cy="4876800"/>
            </a:xfrm>
          </p:grpSpPr>
          <p:sp>
            <p:nvSpPr>
              <p:cNvPr id="12" name="Freeform 5">
                <a:extLst>
                  <a:ext uri="{FF2B5EF4-FFF2-40B4-BE49-F238E27FC236}">
                    <a16:creationId xmlns:a16="http://schemas.microsoft.com/office/drawing/2014/main" id="{2BC0C1B3-7AD4-F87C-7B83-2D1E2855C12E}"/>
                  </a:ext>
                </a:extLst>
              </p:cNvPr>
              <p:cNvSpPr/>
              <p:nvPr/>
            </p:nvSpPr>
            <p:spPr>
              <a:xfrm rot="21426065" flipH="1">
                <a:off x="4625027" y="838200"/>
                <a:ext cx="2232973" cy="3886200"/>
              </a:xfrm>
              <a:custGeom>
                <a:avLst/>
                <a:gdLst>
                  <a:gd name="connsiteX0" fmla="*/ 452236 w 2914469"/>
                  <a:gd name="connsiteY0" fmla="*/ 4744449 h 5470974"/>
                  <a:gd name="connsiteX1" fmla="*/ 8891 w 2914469"/>
                  <a:gd name="connsiteY1" fmla="*/ 2749394 h 5470974"/>
                  <a:gd name="connsiteX2" fmla="*/ 175146 w 2914469"/>
                  <a:gd name="connsiteY2" fmla="*/ 1211540 h 5470974"/>
                  <a:gd name="connsiteX3" fmla="*/ 410673 w 2914469"/>
                  <a:gd name="connsiteY3" fmla="*/ 394122 h 5470974"/>
                  <a:gd name="connsiteX4" fmla="*/ 1186527 w 2914469"/>
                  <a:gd name="connsiteY4" fmla="*/ 6194 h 5470974"/>
                  <a:gd name="connsiteX5" fmla="*/ 2142491 w 2914469"/>
                  <a:gd name="connsiteY5" fmla="*/ 269431 h 5470974"/>
                  <a:gd name="connsiteX6" fmla="*/ 2447291 w 2914469"/>
                  <a:gd name="connsiteY6" fmla="*/ 1599467 h 5470974"/>
                  <a:gd name="connsiteX7" fmla="*/ 1990091 w 2914469"/>
                  <a:gd name="connsiteY7" fmla="*/ 2610849 h 5470974"/>
                  <a:gd name="connsiteX8" fmla="*/ 1809982 w 2914469"/>
                  <a:gd name="connsiteY8" fmla="*/ 3622231 h 5470974"/>
                  <a:gd name="connsiteX9" fmla="*/ 2655109 w 2914469"/>
                  <a:gd name="connsiteY9" fmla="*/ 4522776 h 5470974"/>
                  <a:gd name="connsiteX10" fmla="*/ 2890636 w 2914469"/>
                  <a:gd name="connsiteY10" fmla="*/ 5049249 h 5470974"/>
                  <a:gd name="connsiteX11" fmla="*/ 2170200 w 2914469"/>
                  <a:gd name="connsiteY11" fmla="*/ 5423322 h 5470974"/>
                  <a:gd name="connsiteX12" fmla="*/ 729327 w 2914469"/>
                  <a:gd name="connsiteY12" fmla="*/ 5395613 h 5470974"/>
                  <a:gd name="connsiteX13" fmla="*/ 452236 w 2914469"/>
                  <a:gd name="connsiteY13" fmla="*/ 4744449 h 5470974"/>
                  <a:gd name="connsiteX0" fmla="*/ 452236 w 2733397"/>
                  <a:gd name="connsiteY0" fmla="*/ 4744449 h 5470974"/>
                  <a:gd name="connsiteX1" fmla="*/ 8891 w 2733397"/>
                  <a:gd name="connsiteY1" fmla="*/ 2749394 h 5470974"/>
                  <a:gd name="connsiteX2" fmla="*/ 175146 w 2733397"/>
                  <a:gd name="connsiteY2" fmla="*/ 1211540 h 5470974"/>
                  <a:gd name="connsiteX3" fmla="*/ 410673 w 2733397"/>
                  <a:gd name="connsiteY3" fmla="*/ 394122 h 5470974"/>
                  <a:gd name="connsiteX4" fmla="*/ 1186527 w 2733397"/>
                  <a:gd name="connsiteY4" fmla="*/ 6194 h 5470974"/>
                  <a:gd name="connsiteX5" fmla="*/ 2142491 w 2733397"/>
                  <a:gd name="connsiteY5" fmla="*/ 269431 h 5470974"/>
                  <a:gd name="connsiteX6" fmla="*/ 2447291 w 2733397"/>
                  <a:gd name="connsiteY6" fmla="*/ 1599467 h 5470974"/>
                  <a:gd name="connsiteX7" fmla="*/ 1990091 w 2733397"/>
                  <a:gd name="connsiteY7" fmla="*/ 2610849 h 5470974"/>
                  <a:gd name="connsiteX8" fmla="*/ 1809982 w 2733397"/>
                  <a:gd name="connsiteY8" fmla="*/ 3622231 h 5470974"/>
                  <a:gd name="connsiteX9" fmla="*/ 2655109 w 2733397"/>
                  <a:gd name="connsiteY9" fmla="*/ 4522776 h 5470974"/>
                  <a:gd name="connsiteX10" fmla="*/ 2641254 w 2733397"/>
                  <a:gd name="connsiteY10" fmla="*/ 5146231 h 5470974"/>
                  <a:gd name="connsiteX11" fmla="*/ 2170200 w 2733397"/>
                  <a:gd name="connsiteY11" fmla="*/ 5423322 h 5470974"/>
                  <a:gd name="connsiteX12" fmla="*/ 729327 w 2733397"/>
                  <a:gd name="connsiteY12" fmla="*/ 5395613 h 5470974"/>
                  <a:gd name="connsiteX13" fmla="*/ 452236 w 2733397"/>
                  <a:gd name="connsiteY13" fmla="*/ 4744449 h 5470974"/>
                  <a:gd name="connsiteX0" fmla="*/ 452236 w 2662490"/>
                  <a:gd name="connsiteY0" fmla="*/ 4744449 h 5470974"/>
                  <a:gd name="connsiteX1" fmla="*/ 8891 w 2662490"/>
                  <a:gd name="connsiteY1" fmla="*/ 2749394 h 5470974"/>
                  <a:gd name="connsiteX2" fmla="*/ 175146 w 2662490"/>
                  <a:gd name="connsiteY2" fmla="*/ 1211540 h 5470974"/>
                  <a:gd name="connsiteX3" fmla="*/ 410673 w 2662490"/>
                  <a:gd name="connsiteY3" fmla="*/ 394122 h 5470974"/>
                  <a:gd name="connsiteX4" fmla="*/ 1186527 w 2662490"/>
                  <a:gd name="connsiteY4" fmla="*/ 6194 h 5470974"/>
                  <a:gd name="connsiteX5" fmla="*/ 2142491 w 2662490"/>
                  <a:gd name="connsiteY5" fmla="*/ 269431 h 5470974"/>
                  <a:gd name="connsiteX6" fmla="*/ 2447291 w 2662490"/>
                  <a:gd name="connsiteY6" fmla="*/ 1599467 h 5470974"/>
                  <a:gd name="connsiteX7" fmla="*/ 1990091 w 2662490"/>
                  <a:gd name="connsiteY7" fmla="*/ 2610849 h 5470974"/>
                  <a:gd name="connsiteX8" fmla="*/ 1809982 w 2662490"/>
                  <a:gd name="connsiteY8" fmla="*/ 3622231 h 5470974"/>
                  <a:gd name="connsiteX9" fmla="*/ 2502709 w 2662490"/>
                  <a:gd name="connsiteY9" fmla="*/ 4508922 h 5470974"/>
                  <a:gd name="connsiteX10" fmla="*/ 2641254 w 2662490"/>
                  <a:gd name="connsiteY10" fmla="*/ 5146231 h 5470974"/>
                  <a:gd name="connsiteX11" fmla="*/ 2170200 w 2662490"/>
                  <a:gd name="connsiteY11" fmla="*/ 5423322 h 5470974"/>
                  <a:gd name="connsiteX12" fmla="*/ 729327 w 2662490"/>
                  <a:gd name="connsiteY12" fmla="*/ 5395613 h 5470974"/>
                  <a:gd name="connsiteX13" fmla="*/ 452236 w 2662490"/>
                  <a:gd name="connsiteY13" fmla="*/ 4744449 h 5470974"/>
                  <a:gd name="connsiteX0" fmla="*/ 452236 w 2628430"/>
                  <a:gd name="connsiteY0" fmla="*/ 4744449 h 5470974"/>
                  <a:gd name="connsiteX1" fmla="*/ 8891 w 2628430"/>
                  <a:gd name="connsiteY1" fmla="*/ 2749394 h 5470974"/>
                  <a:gd name="connsiteX2" fmla="*/ 175146 w 2628430"/>
                  <a:gd name="connsiteY2" fmla="*/ 1211540 h 5470974"/>
                  <a:gd name="connsiteX3" fmla="*/ 410673 w 2628430"/>
                  <a:gd name="connsiteY3" fmla="*/ 394122 h 5470974"/>
                  <a:gd name="connsiteX4" fmla="*/ 1186527 w 2628430"/>
                  <a:gd name="connsiteY4" fmla="*/ 6194 h 5470974"/>
                  <a:gd name="connsiteX5" fmla="*/ 2142491 w 2628430"/>
                  <a:gd name="connsiteY5" fmla="*/ 269431 h 5470974"/>
                  <a:gd name="connsiteX6" fmla="*/ 2447291 w 2628430"/>
                  <a:gd name="connsiteY6" fmla="*/ 1599467 h 5470974"/>
                  <a:gd name="connsiteX7" fmla="*/ 1990091 w 2628430"/>
                  <a:gd name="connsiteY7" fmla="*/ 2610849 h 5470974"/>
                  <a:gd name="connsiteX8" fmla="*/ 1809982 w 2628430"/>
                  <a:gd name="connsiteY8" fmla="*/ 3622231 h 5470974"/>
                  <a:gd name="connsiteX9" fmla="*/ 2502709 w 2628430"/>
                  <a:gd name="connsiteY9" fmla="*/ 4508922 h 5470974"/>
                  <a:gd name="connsiteX10" fmla="*/ 2599690 w 2628430"/>
                  <a:gd name="connsiteY10" fmla="*/ 5132377 h 5470974"/>
                  <a:gd name="connsiteX11" fmla="*/ 2170200 w 2628430"/>
                  <a:gd name="connsiteY11" fmla="*/ 5423322 h 5470974"/>
                  <a:gd name="connsiteX12" fmla="*/ 729327 w 2628430"/>
                  <a:gd name="connsiteY12" fmla="*/ 5395613 h 5470974"/>
                  <a:gd name="connsiteX13" fmla="*/ 452236 w 2628430"/>
                  <a:gd name="connsiteY13" fmla="*/ 4744449 h 5470974"/>
                  <a:gd name="connsiteX0" fmla="*/ 452236 w 2628430"/>
                  <a:gd name="connsiteY0" fmla="*/ 4744449 h 5464715"/>
                  <a:gd name="connsiteX1" fmla="*/ 8891 w 2628430"/>
                  <a:gd name="connsiteY1" fmla="*/ 2749394 h 5464715"/>
                  <a:gd name="connsiteX2" fmla="*/ 175146 w 2628430"/>
                  <a:gd name="connsiteY2" fmla="*/ 1211540 h 5464715"/>
                  <a:gd name="connsiteX3" fmla="*/ 410673 w 2628430"/>
                  <a:gd name="connsiteY3" fmla="*/ 394122 h 5464715"/>
                  <a:gd name="connsiteX4" fmla="*/ 1186527 w 2628430"/>
                  <a:gd name="connsiteY4" fmla="*/ 6194 h 5464715"/>
                  <a:gd name="connsiteX5" fmla="*/ 2142491 w 2628430"/>
                  <a:gd name="connsiteY5" fmla="*/ 269431 h 5464715"/>
                  <a:gd name="connsiteX6" fmla="*/ 2447291 w 2628430"/>
                  <a:gd name="connsiteY6" fmla="*/ 1599467 h 5464715"/>
                  <a:gd name="connsiteX7" fmla="*/ 1990091 w 2628430"/>
                  <a:gd name="connsiteY7" fmla="*/ 2610849 h 5464715"/>
                  <a:gd name="connsiteX8" fmla="*/ 1809982 w 2628430"/>
                  <a:gd name="connsiteY8" fmla="*/ 3622231 h 5464715"/>
                  <a:gd name="connsiteX9" fmla="*/ 2502709 w 2628430"/>
                  <a:gd name="connsiteY9" fmla="*/ 4508922 h 5464715"/>
                  <a:gd name="connsiteX10" fmla="*/ 2599690 w 2628430"/>
                  <a:gd name="connsiteY10" fmla="*/ 5132377 h 5464715"/>
                  <a:gd name="connsiteX11" fmla="*/ 2170200 w 2628430"/>
                  <a:gd name="connsiteY11" fmla="*/ 5423322 h 5464715"/>
                  <a:gd name="connsiteX12" fmla="*/ 895581 w 2628430"/>
                  <a:gd name="connsiteY12" fmla="*/ 5381759 h 5464715"/>
                  <a:gd name="connsiteX13" fmla="*/ 452236 w 2628430"/>
                  <a:gd name="connsiteY13" fmla="*/ 4744449 h 5464715"/>
                  <a:gd name="connsiteX0" fmla="*/ 281453 w 2457647"/>
                  <a:gd name="connsiteY0" fmla="*/ 4744449 h 5464715"/>
                  <a:gd name="connsiteX1" fmla="*/ 101345 w 2457647"/>
                  <a:gd name="connsiteY1" fmla="*/ 2790958 h 5464715"/>
                  <a:gd name="connsiteX2" fmla="*/ 4363 w 2457647"/>
                  <a:gd name="connsiteY2" fmla="*/ 1211540 h 5464715"/>
                  <a:gd name="connsiteX3" fmla="*/ 239890 w 2457647"/>
                  <a:gd name="connsiteY3" fmla="*/ 394122 h 5464715"/>
                  <a:gd name="connsiteX4" fmla="*/ 1015744 w 2457647"/>
                  <a:gd name="connsiteY4" fmla="*/ 6194 h 5464715"/>
                  <a:gd name="connsiteX5" fmla="*/ 1971708 w 2457647"/>
                  <a:gd name="connsiteY5" fmla="*/ 269431 h 5464715"/>
                  <a:gd name="connsiteX6" fmla="*/ 2276508 w 2457647"/>
                  <a:gd name="connsiteY6" fmla="*/ 1599467 h 5464715"/>
                  <a:gd name="connsiteX7" fmla="*/ 1819308 w 2457647"/>
                  <a:gd name="connsiteY7" fmla="*/ 2610849 h 5464715"/>
                  <a:gd name="connsiteX8" fmla="*/ 1639199 w 2457647"/>
                  <a:gd name="connsiteY8" fmla="*/ 3622231 h 5464715"/>
                  <a:gd name="connsiteX9" fmla="*/ 2331926 w 2457647"/>
                  <a:gd name="connsiteY9" fmla="*/ 4508922 h 5464715"/>
                  <a:gd name="connsiteX10" fmla="*/ 2428907 w 2457647"/>
                  <a:gd name="connsiteY10" fmla="*/ 5132377 h 5464715"/>
                  <a:gd name="connsiteX11" fmla="*/ 1999417 w 2457647"/>
                  <a:gd name="connsiteY11" fmla="*/ 5423322 h 5464715"/>
                  <a:gd name="connsiteX12" fmla="*/ 724798 w 2457647"/>
                  <a:gd name="connsiteY12" fmla="*/ 5381759 h 5464715"/>
                  <a:gd name="connsiteX13" fmla="*/ 281453 w 2457647"/>
                  <a:gd name="connsiteY13" fmla="*/ 4744449 h 54647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57647" h="5464715">
                    <a:moveTo>
                      <a:pt x="281453" y="4744449"/>
                    </a:moveTo>
                    <a:cubicBezTo>
                      <a:pt x="177544" y="4312649"/>
                      <a:pt x="147527" y="3379776"/>
                      <a:pt x="101345" y="2790958"/>
                    </a:cubicBezTo>
                    <a:cubicBezTo>
                      <a:pt x="55163" y="2202140"/>
                      <a:pt x="-18728" y="1611013"/>
                      <a:pt x="4363" y="1211540"/>
                    </a:cubicBezTo>
                    <a:cubicBezTo>
                      <a:pt x="27454" y="812067"/>
                      <a:pt x="71326" y="595013"/>
                      <a:pt x="239890" y="394122"/>
                    </a:cubicBezTo>
                    <a:cubicBezTo>
                      <a:pt x="408454" y="193231"/>
                      <a:pt x="727108" y="26976"/>
                      <a:pt x="1015744" y="6194"/>
                    </a:cubicBezTo>
                    <a:cubicBezTo>
                      <a:pt x="1304380" y="-14588"/>
                      <a:pt x="1761581" y="3886"/>
                      <a:pt x="1971708" y="269431"/>
                    </a:cubicBezTo>
                    <a:cubicBezTo>
                      <a:pt x="2181835" y="534976"/>
                      <a:pt x="2301908" y="1209231"/>
                      <a:pt x="2276508" y="1599467"/>
                    </a:cubicBezTo>
                    <a:cubicBezTo>
                      <a:pt x="2251108" y="1989703"/>
                      <a:pt x="1925526" y="2273722"/>
                      <a:pt x="1819308" y="2610849"/>
                    </a:cubicBezTo>
                    <a:cubicBezTo>
                      <a:pt x="1713090" y="2947976"/>
                      <a:pt x="1553763" y="3305886"/>
                      <a:pt x="1639199" y="3622231"/>
                    </a:cubicBezTo>
                    <a:cubicBezTo>
                      <a:pt x="1724635" y="3938577"/>
                      <a:pt x="2200308" y="4257231"/>
                      <a:pt x="2331926" y="4508922"/>
                    </a:cubicBezTo>
                    <a:cubicBezTo>
                      <a:pt x="2463544" y="4760613"/>
                      <a:pt x="2484325" y="4979977"/>
                      <a:pt x="2428907" y="5132377"/>
                    </a:cubicBezTo>
                    <a:cubicBezTo>
                      <a:pt x="2373489" y="5284777"/>
                      <a:pt x="2359635" y="5365595"/>
                      <a:pt x="1999417" y="5423322"/>
                    </a:cubicBezTo>
                    <a:cubicBezTo>
                      <a:pt x="1639199" y="5481049"/>
                      <a:pt x="1008816" y="5487977"/>
                      <a:pt x="724798" y="5381759"/>
                    </a:cubicBezTo>
                    <a:cubicBezTo>
                      <a:pt x="440780" y="5275541"/>
                      <a:pt x="385362" y="5176249"/>
                      <a:pt x="281453" y="474444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B30C510-609B-B820-E83F-33C2AF5E5F65}"/>
                  </a:ext>
                </a:extLst>
              </p:cNvPr>
              <p:cNvSpPr/>
              <p:nvPr/>
            </p:nvSpPr>
            <p:spPr>
              <a:xfrm>
                <a:off x="4675910" y="4821439"/>
                <a:ext cx="609600" cy="89356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79B14E4C-FB1B-8C70-9297-FE471D1737BE}"/>
                  </a:ext>
                </a:extLst>
              </p:cNvPr>
              <p:cNvSpPr/>
              <p:nvPr/>
            </p:nvSpPr>
            <p:spPr>
              <a:xfrm>
                <a:off x="5410200" y="5105400"/>
                <a:ext cx="274361" cy="54864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F1980CCA-EDAF-AE00-6A6C-D5BA063DEAA6}"/>
                  </a:ext>
                </a:extLst>
              </p:cNvPr>
              <p:cNvSpPr/>
              <p:nvPr/>
            </p:nvSpPr>
            <p:spPr>
              <a:xfrm>
                <a:off x="5777345" y="5013960"/>
                <a:ext cx="274361" cy="54864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57B7D313-2167-FD06-DDF0-41ED292FE236}"/>
                  </a:ext>
                </a:extLst>
              </p:cNvPr>
              <p:cNvSpPr/>
              <p:nvPr/>
            </p:nvSpPr>
            <p:spPr>
              <a:xfrm>
                <a:off x="6126439" y="4993899"/>
                <a:ext cx="274361" cy="457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4BD033A2-1C95-39E9-F4CD-3A62A257E7BD}"/>
                  </a:ext>
                </a:extLst>
              </p:cNvPr>
              <p:cNvSpPr/>
              <p:nvPr/>
            </p:nvSpPr>
            <p:spPr>
              <a:xfrm>
                <a:off x="6477000" y="4831080"/>
                <a:ext cx="274361" cy="365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7D136E15-B364-8413-3620-FD21D66D1E2C}"/>
                </a:ext>
              </a:extLst>
            </p:cNvPr>
            <p:cNvGrpSpPr/>
            <p:nvPr/>
          </p:nvGrpSpPr>
          <p:grpSpPr>
            <a:xfrm rot="3334093">
              <a:off x="1824534" y="716337"/>
              <a:ext cx="182880" cy="402336"/>
              <a:chOff x="2266753" y="838200"/>
              <a:chExt cx="2232973" cy="4876800"/>
            </a:xfrm>
          </p:grpSpPr>
          <p:sp>
            <p:nvSpPr>
              <p:cNvPr id="19" name="Freeform 4">
                <a:extLst>
                  <a:ext uri="{FF2B5EF4-FFF2-40B4-BE49-F238E27FC236}">
                    <a16:creationId xmlns:a16="http://schemas.microsoft.com/office/drawing/2014/main" id="{9C5FDC2D-5D15-6DF1-19B2-45990C004A5D}"/>
                  </a:ext>
                </a:extLst>
              </p:cNvPr>
              <p:cNvSpPr/>
              <p:nvPr/>
            </p:nvSpPr>
            <p:spPr>
              <a:xfrm rot="184993">
                <a:off x="2266753" y="838200"/>
                <a:ext cx="2232973" cy="3886200"/>
              </a:xfrm>
              <a:custGeom>
                <a:avLst/>
                <a:gdLst>
                  <a:gd name="connsiteX0" fmla="*/ 452236 w 2914469"/>
                  <a:gd name="connsiteY0" fmla="*/ 4744449 h 5470974"/>
                  <a:gd name="connsiteX1" fmla="*/ 8891 w 2914469"/>
                  <a:gd name="connsiteY1" fmla="*/ 2749394 h 5470974"/>
                  <a:gd name="connsiteX2" fmla="*/ 175146 w 2914469"/>
                  <a:gd name="connsiteY2" fmla="*/ 1211540 h 5470974"/>
                  <a:gd name="connsiteX3" fmla="*/ 410673 w 2914469"/>
                  <a:gd name="connsiteY3" fmla="*/ 394122 h 5470974"/>
                  <a:gd name="connsiteX4" fmla="*/ 1186527 w 2914469"/>
                  <a:gd name="connsiteY4" fmla="*/ 6194 h 5470974"/>
                  <a:gd name="connsiteX5" fmla="*/ 2142491 w 2914469"/>
                  <a:gd name="connsiteY5" fmla="*/ 269431 h 5470974"/>
                  <a:gd name="connsiteX6" fmla="*/ 2447291 w 2914469"/>
                  <a:gd name="connsiteY6" fmla="*/ 1599467 h 5470974"/>
                  <a:gd name="connsiteX7" fmla="*/ 1990091 w 2914469"/>
                  <a:gd name="connsiteY7" fmla="*/ 2610849 h 5470974"/>
                  <a:gd name="connsiteX8" fmla="*/ 1809982 w 2914469"/>
                  <a:gd name="connsiteY8" fmla="*/ 3622231 h 5470974"/>
                  <a:gd name="connsiteX9" fmla="*/ 2655109 w 2914469"/>
                  <a:gd name="connsiteY9" fmla="*/ 4522776 h 5470974"/>
                  <a:gd name="connsiteX10" fmla="*/ 2890636 w 2914469"/>
                  <a:gd name="connsiteY10" fmla="*/ 5049249 h 5470974"/>
                  <a:gd name="connsiteX11" fmla="*/ 2170200 w 2914469"/>
                  <a:gd name="connsiteY11" fmla="*/ 5423322 h 5470974"/>
                  <a:gd name="connsiteX12" fmla="*/ 729327 w 2914469"/>
                  <a:gd name="connsiteY12" fmla="*/ 5395613 h 5470974"/>
                  <a:gd name="connsiteX13" fmla="*/ 452236 w 2914469"/>
                  <a:gd name="connsiteY13" fmla="*/ 4744449 h 5470974"/>
                  <a:gd name="connsiteX0" fmla="*/ 452236 w 2733397"/>
                  <a:gd name="connsiteY0" fmla="*/ 4744449 h 5470974"/>
                  <a:gd name="connsiteX1" fmla="*/ 8891 w 2733397"/>
                  <a:gd name="connsiteY1" fmla="*/ 2749394 h 5470974"/>
                  <a:gd name="connsiteX2" fmla="*/ 175146 w 2733397"/>
                  <a:gd name="connsiteY2" fmla="*/ 1211540 h 5470974"/>
                  <a:gd name="connsiteX3" fmla="*/ 410673 w 2733397"/>
                  <a:gd name="connsiteY3" fmla="*/ 394122 h 5470974"/>
                  <a:gd name="connsiteX4" fmla="*/ 1186527 w 2733397"/>
                  <a:gd name="connsiteY4" fmla="*/ 6194 h 5470974"/>
                  <a:gd name="connsiteX5" fmla="*/ 2142491 w 2733397"/>
                  <a:gd name="connsiteY5" fmla="*/ 269431 h 5470974"/>
                  <a:gd name="connsiteX6" fmla="*/ 2447291 w 2733397"/>
                  <a:gd name="connsiteY6" fmla="*/ 1599467 h 5470974"/>
                  <a:gd name="connsiteX7" fmla="*/ 1990091 w 2733397"/>
                  <a:gd name="connsiteY7" fmla="*/ 2610849 h 5470974"/>
                  <a:gd name="connsiteX8" fmla="*/ 1809982 w 2733397"/>
                  <a:gd name="connsiteY8" fmla="*/ 3622231 h 5470974"/>
                  <a:gd name="connsiteX9" fmla="*/ 2655109 w 2733397"/>
                  <a:gd name="connsiteY9" fmla="*/ 4522776 h 5470974"/>
                  <a:gd name="connsiteX10" fmla="*/ 2641254 w 2733397"/>
                  <a:gd name="connsiteY10" fmla="*/ 5146231 h 5470974"/>
                  <a:gd name="connsiteX11" fmla="*/ 2170200 w 2733397"/>
                  <a:gd name="connsiteY11" fmla="*/ 5423322 h 5470974"/>
                  <a:gd name="connsiteX12" fmla="*/ 729327 w 2733397"/>
                  <a:gd name="connsiteY12" fmla="*/ 5395613 h 5470974"/>
                  <a:gd name="connsiteX13" fmla="*/ 452236 w 2733397"/>
                  <a:gd name="connsiteY13" fmla="*/ 4744449 h 5470974"/>
                  <a:gd name="connsiteX0" fmla="*/ 452236 w 2662490"/>
                  <a:gd name="connsiteY0" fmla="*/ 4744449 h 5470974"/>
                  <a:gd name="connsiteX1" fmla="*/ 8891 w 2662490"/>
                  <a:gd name="connsiteY1" fmla="*/ 2749394 h 5470974"/>
                  <a:gd name="connsiteX2" fmla="*/ 175146 w 2662490"/>
                  <a:gd name="connsiteY2" fmla="*/ 1211540 h 5470974"/>
                  <a:gd name="connsiteX3" fmla="*/ 410673 w 2662490"/>
                  <a:gd name="connsiteY3" fmla="*/ 394122 h 5470974"/>
                  <a:gd name="connsiteX4" fmla="*/ 1186527 w 2662490"/>
                  <a:gd name="connsiteY4" fmla="*/ 6194 h 5470974"/>
                  <a:gd name="connsiteX5" fmla="*/ 2142491 w 2662490"/>
                  <a:gd name="connsiteY5" fmla="*/ 269431 h 5470974"/>
                  <a:gd name="connsiteX6" fmla="*/ 2447291 w 2662490"/>
                  <a:gd name="connsiteY6" fmla="*/ 1599467 h 5470974"/>
                  <a:gd name="connsiteX7" fmla="*/ 1990091 w 2662490"/>
                  <a:gd name="connsiteY7" fmla="*/ 2610849 h 5470974"/>
                  <a:gd name="connsiteX8" fmla="*/ 1809982 w 2662490"/>
                  <a:gd name="connsiteY8" fmla="*/ 3622231 h 5470974"/>
                  <a:gd name="connsiteX9" fmla="*/ 2502709 w 2662490"/>
                  <a:gd name="connsiteY9" fmla="*/ 4508922 h 5470974"/>
                  <a:gd name="connsiteX10" fmla="*/ 2641254 w 2662490"/>
                  <a:gd name="connsiteY10" fmla="*/ 5146231 h 5470974"/>
                  <a:gd name="connsiteX11" fmla="*/ 2170200 w 2662490"/>
                  <a:gd name="connsiteY11" fmla="*/ 5423322 h 5470974"/>
                  <a:gd name="connsiteX12" fmla="*/ 729327 w 2662490"/>
                  <a:gd name="connsiteY12" fmla="*/ 5395613 h 5470974"/>
                  <a:gd name="connsiteX13" fmla="*/ 452236 w 2662490"/>
                  <a:gd name="connsiteY13" fmla="*/ 4744449 h 5470974"/>
                  <a:gd name="connsiteX0" fmla="*/ 452236 w 2628430"/>
                  <a:gd name="connsiteY0" fmla="*/ 4744449 h 5470974"/>
                  <a:gd name="connsiteX1" fmla="*/ 8891 w 2628430"/>
                  <a:gd name="connsiteY1" fmla="*/ 2749394 h 5470974"/>
                  <a:gd name="connsiteX2" fmla="*/ 175146 w 2628430"/>
                  <a:gd name="connsiteY2" fmla="*/ 1211540 h 5470974"/>
                  <a:gd name="connsiteX3" fmla="*/ 410673 w 2628430"/>
                  <a:gd name="connsiteY3" fmla="*/ 394122 h 5470974"/>
                  <a:gd name="connsiteX4" fmla="*/ 1186527 w 2628430"/>
                  <a:gd name="connsiteY4" fmla="*/ 6194 h 5470974"/>
                  <a:gd name="connsiteX5" fmla="*/ 2142491 w 2628430"/>
                  <a:gd name="connsiteY5" fmla="*/ 269431 h 5470974"/>
                  <a:gd name="connsiteX6" fmla="*/ 2447291 w 2628430"/>
                  <a:gd name="connsiteY6" fmla="*/ 1599467 h 5470974"/>
                  <a:gd name="connsiteX7" fmla="*/ 1990091 w 2628430"/>
                  <a:gd name="connsiteY7" fmla="*/ 2610849 h 5470974"/>
                  <a:gd name="connsiteX8" fmla="*/ 1809982 w 2628430"/>
                  <a:gd name="connsiteY8" fmla="*/ 3622231 h 5470974"/>
                  <a:gd name="connsiteX9" fmla="*/ 2502709 w 2628430"/>
                  <a:gd name="connsiteY9" fmla="*/ 4508922 h 5470974"/>
                  <a:gd name="connsiteX10" fmla="*/ 2599690 w 2628430"/>
                  <a:gd name="connsiteY10" fmla="*/ 5132377 h 5470974"/>
                  <a:gd name="connsiteX11" fmla="*/ 2170200 w 2628430"/>
                  <a:gd name="connsiteY11" fmla="*/ 5423322 h 5470974"/>
                  <a:gd name="connsiteX12" fmla="*/ 729327 w 2628430"/>
                  <a:gd name="connsiteY12" fmla="*/ 5395613 h 5470974"/>
                  <a:gd name="connsiteX13" fmla="*/ 452236 w 2628430"/>
                  <a:gd name="connsiteY13" fmla="*/ 4744449 h 5470974"/>
                  <a:gd name="connsiteX0" fmla="*/ 452236 w 2628430"/>
                  <a:gd name="connsiteY0" fmla="*/ 4744449 h 5464715"/>
                  <a:gd name="connsiteX1" fmla="*/ 8891 w 2628430"/>
                  <a:gd name="connsiteY1" fmla="*/ 2749394 h 5464715"/>
                  <a:gd name="connsiteX2" fmla="*/ 175146 w 2628430"/>
                  <a:gd name="connsiteY2" fmla="*/ 1211540 h 5464715"/>
                  <a:gd name="connsiteX3" fmla="*/ 410673 w 2628430"/>
                  <a:gd name="connsiteY3" fmla="*/ 394122 h 5464715"/>
                  <a:gd name="connsiteX4" fmla="*/ 1186527 w 2628430"/>
                  <a:gd name="connsiteY4" fmla="*/ 6194 h 5464715"/>
                  <a:gd name="connsiteX5" fmla="*/ 2142491 w 2628430"/>
                  <a:gd name="connsiteY5" fmla="*/ 269431 h 5464715"/>
                  <a:gd name="connsiteX6" fmla="*/ 2447291 w 2628430"/>
                  <a:gd name="connsiteY6" fmla="*/ 1599467 h 5464715"/>
                  <a:gd name="connsiteX7" fmla="*/ 1990091 w 2628430"/>
                  <a:gd name="connsiteY7" fmla="*/ 2610849 h 5464715"/>
                  <a:gd name="connsiteX8" fmla="*/ 1809982 w 2628430"/>
                  <a:gd name="connsiteY8" fmla="*/ 3622231 h 5464715"/>
                  <a:gd name="connsiteX9" fmla="*/ 2502709 w 2628430"/>
                  <a:gd name="connsiteY9" fmla="*/ 4508922 h 5464715"/>
                  <a:gd name="connsiteX10" fmla="*/ 2599690 w 2628430"/>
                  <a:gd name="connsiteY10" fmla="*/ 5132377 h 5464715"/>
                  <a:gd name="connsiteX11" fmla="*/ 2170200 w 2628430"/>
                  <a:gd name="connsiteY11" fmla="*/ 5423322 h 5464715"/>
                  <a:gd name="connsiteX12" fmla="*/ 895581 w 2628430"/>
                  <a:gd name="connsiteY12" fmla="*/ 5381759 h 5464715"/>
                  <a:gd name="connsiteX13" fmla="*/ 452236 w 2628430"/>
                  <a:gd name="connsiteY13" fmla="*/ 4744449 h 5464715"/>
                  <a:gd name="connsiteX0" fmla="*/ 281453 w 2457647"/>
                  <a:gd name="connsiteY0" fmla="*/ 4744449 h 5464715"/>
                  <a:gd name="connsiteX1" fmla="*/ 101345 w 2457647"/>
                  <a:gd name="connsiteY1" fmla="*/ 2790958 h 5464715"/>
                  <a:gd name="connsiteX2" fmla="*/ 4363 w 2457647"/>
                  <a:gd name="connsiteY2" fmla="*/ 1211540 h 5464715"/>
                  <a:gd name="connsiteX3" fmla="*/ 239890 w 2457647"/>
                  <a:gd name="connsiteY3" fmla="*/ 394122 h 5464715"/>
                  <a:gd name="connsiteX4" fmla="*/ 1015744 w 2457647"/>
                  <a:gd name="connsiteY4" fmla="*/ 6194 h 5464715"/>
                  <a:gd name="connsiteX5" fmla="*/ 1971708 w 2457647"/>
                  <a:gd name="connsiteY5" fmla="*/ 269431 h 5464715"/>
                  <a:gd name="connsiteX6" fmla="*/ 2276508 w 2457647"/>
                  <a:gd name="connsiteY6" fmla="*/ 1599467 h 5464715"/>
                  <a:gd name="connsiteX7" fmla="*/ 1819308 w 2457647"/>
                  <a:gd name="connsiteY7" fmla="*/ 2610849 h 5464715"/>
                  <a:gd name="connsiteX8" fmla="*/ 1639199 w 2457647"/>
                  <a:gd name="connsiteY8" fmla="*/ 3622231 h 5464715"/>
                  <a:gd name="connsiteX9" fmla="*/ 2331926 w 2457647"/>
                  <a:gd name="connsiteY9" fmla="*/ 4508922 h 5464715"/>
                  <a:gd name="connsiteX10" fmla="*/ 2428907 w 2457647"/>
                  <a:gd name="connsiteY10" fmla="*/ 5132377 h 5464715"/>
                  <a:gd name="connsiteX11" fmla="*/ 1999417 w 2457647"/>
                  <a:gd name="connsiteY11" fmla="*/ 5423322 h 5464715"/>
                  <a:gd name="connsiteX12" fmla="*/ 724798 w 2457647"/>
                  <a:gd name="connsiteY12" fmla="*/ 5381759 h 5464715"/>
                  <a:gd name="connsiteX13" fmla="*/ 281453 w 2457647"/>
                  <a:gd name="connsiteY13" fmla="*/ 4744449 h 54647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57647" h="5464715">
                    <a:moveTo>
                      <a:pt x="281453" y="4744449"/>
                    </a:moveTo>
                    <a:cubicBezTo>
                      <a:pt x="177544" y="4312649"/>
                      <a:pt x="147527" y="3379776"/>
                      <a:pt x="101345" y="2790958"/>
                    </a:cubicBezTo>
                    <a:cubicBezTo>
                      <a:pt x="55163" y="2202140"/>
                      <a:pt x="-18728" y="1611013"/>
                      <a:pt x="4363" y="1211540"/>
                    </a:cubicBezTo>
                    <a:cubicBezTo>
                      <a:pt x="27454" y="812067"/>
                      <a:pt x="71326" y="595013"/>
                      <a:pt x="239890" y="394122"/>
                    </a:cubicBezTo>
                    <a:cubicBezTo>
                      <a:pt x="408454" y="193231"/>
                      <a:pt x="727108" y="26976"/>
                      <a:pt x="1015744" y="6194"/>
                    </a:cubicBezTo>
                    <a:cubicBezTo>
                      <a:pt x="1304380" y="-14588"/>
                      <a:pt x="1761581" y="3886"/>
                      <a:pt x="1971708" y="269431"/>
                    </a:cubicBezTo>
                    <a:cubicBezTo>
                      <a:pt x="2181835" y="534976"/>
                      <a:pt x="2301908" y="1209231"/>
                      <a:pt x="2276508" y="1599467"/>
                    </a:cubicBezTo>
                    <a:cubicBezTo>
                      <a:pt x="2251108" y="1989703"/>
                      <a:pt x="1925526" y="2273722"/>
                      <a:pt x="1819308" y="2610849"/>
                    </a:cubicBezTo>
                    <a:cubicBezTo>
                      <a:pt x="1713090" y="2947976"/>
                      <a:pt x="1553763" y="3305886"/>
                      <a:pt x="1639199" y="3622231"/>
                    </a:cubicBezTo>
                    <a:cubicBezTo>
                      <a:pt x="1724635" y="3938577"/>
                      <a:pt x="2200308" y="4257231"/>
                      <a:pt x="2331926" y="4508922"/>
                    </a:cubicBezTo>
                    <a:cubicBezTo>
                      <a:pt x="2463544" y="4760613"/>
                      <a:pt x="2484325" y="4979977"/>
                      <a:pt x="2428907" y="5132377"/>
                    </a:cubicBezTo>
                    <a:cubicBezTo>
                      <a:pt x="2373489" y="5284777"/>
                      <a:pt x="2359635" y="5365595"/>
                      <a:pt x="1999417" y="5423322"/>
                    </a:cubicBezTo>
                    <a:cubicBezTo>
                      <a:pt x="1639199" y="5481049"/>
                      <a:pt x="1008816" y="5487977"/>
                      <a:pt x="724798" y="5381759"/>
                    </a:cubicBezTo>
                    <a:cubicBezTo>
                      <a:pt x="440780" y="5275541"/>
                      <a:pt x="385362" y="5176249"/>
                      <a:pt x="281453" y="474444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6CF39E2D-3FF0-88D8-C826-0C8D9A5F8BAD}"/>
                  </a:ext>
                </a:extLst>
              </p:cNvPr>
              <p:cNvSpPr/>
              <p:nvPr/>
            </p:nvSpPr>
            <p:spPr>
              <a:xfrm>
                <a:off x="3810000" y="4821439"/>
                <a:ext cx="609600" cy="89356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4DA41D25-EE2B-08DB-CA58-47CB3C0A6653}"/>
                  </a:ext>
                </a:extLst>
              </p:cNvPr>
              <p:cNvSpPr/>
              <p:nvPr/>
            </p:nvSpPr>
            <p:spPr>
              <a:xfrm>
                <a:off x="3383239" y="5105400"/>
                <a:ext cx="274361" cy="54864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453E3A30-A98C-EF95-F304-45F3D0719E3D}"/>
                  </a:ext>
                </a:extLst>
              </p:cNvPr>
              <p:cNvSpPr/>
              <p:nvPr/>
            </p:nvSpPr>
            <p:spPr>
              <a:xfrm>
                <a:off x="3048000" y="5013960"/>
                <a:ext cx="274361" cy="54864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D7117C4A-2BE4-5A29-8519-2CC0F06C7133}"/>
                  </a:ext>
                </a:extLst>
              </p:cNvPr>
              <p:cNvSpPr/>
              <p:nvPr/>
            </p:nvSpPr>
            <p:spPr>
              <a:xfrm>
                <a:off x="2697439" y="4993899"/>
                <a:ext cx="274361" cy="457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14D99C4A-4FC8-A967-057B-6937475B6271}"/>
                  </a:ext>
                </a:extLst>
              </p:cNvPr>
              <p:cNvSpPr/>
              <p:nvPr/>
            </p:nvSpPr>
            <p:spPr>
              <a:xfrm>
                <a:off x="2362200" y="4831080"/>
                <a:ext cx="274361" cy="365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3398251-93CA-F3CD-608F-C51AE13E1761}"/>
              </a:ext>
            </a:extLst>
          </p:cNvPr>
          <p:cNvGrpSpPr/>
          <p:nvPr/>
        </p:nvGrpSpPr>
        <p:grpSpPr>
          <a:xfrm rot="3247737">
            <a:off x="1154374" y="4859109"/>
            <a:ext cx="582337" cy="648314"/>
            <a:chOff x="1545272" y="1893409"/>
            <a:chExt cx="4411594" cy="4911414"/>
          </a:xfrm>
        </p:grpSpPr>
        <p:sp>
          <p:nvSpPr>
            <p:cNvPr id="3" name="Freeform 4">
              <a:extLst>
                <a:ext uri="{FF2B5EF4-FFF2-40B4-BE49-F238E27FC236}">
                  <a16:creationId xmlns:a16="http://schemas.microsoft.com/office/drawing/2014/main" id="{0AEC1456-879E-3F95-94D1-FB2DF6539C06}"/>
                </a:ext>
              </a:extLst>
            </p:cNvPr>
            <p:cNvSpPr/>
            <p:nvPr/>
          </p:nvSpPr>
          <p:spPr>
            <a:xfrm rot="10984993">
              <a:off x="3810817" y="2881515"/>
              <a:ext cx="2140997" cy="3912970"/>
            </a:xfrm>
            <a:custGeom>
              <a:avLst/>
              <a:gdLst>
                <a:gd name="connsiteX0" fmla="*/ 452236 w 2914469"/>
                <a:gd name="connsiteY0" fmla="*/ 4744449 h 5470974"/>
                <a:gd name="connsiteX1" fmla="*/ 8891 w 2914469"/>
                <a:gd name="connsiteY1" fmla="*/ 2749394 h 5470974"/>
                <a:gd name="connsiteX2" fmla="*/ 175146 w 2914469"/>
                <a:gd name="connsiteY2" fmla="*/ 1211540 h 5470974"/>
                <a:gd name="connsiteX3" fmla="*/ 410673 w 2914469"/>
                <a:gd name="connsiteY3" fmla="*/ 394122 h 5470974"/>
                <a:gd name="connsiteX4" fmla="*/ 1186527 w 2914469"/>
                <a:gd name="connsiteY4" fmla="*/ 6194 h 5470974"/>
                <a:gd name="connsiteX5" fmla="*/ 2142491 w 2914469"/>
                <a:gd name="connsiteY5" fmla="*/ 269431 h 5470974"/>
                <a:gd name="connsiteX6" fmla="*/ 2447291 w 2914469"/>
                <a:gd name="connsiteY6" fmla="*/ 1599467 h 5470974"/>
                <a:gd name="connsiteX7" fmla="*/ 1990091 w 2914469"/>
                <a:gd name="connsiteY7" fmla="*/ 2610849 h 5470974"/>
                <a:gd name="connsiteX8" fmla="*/ 1809982 w 2914469"/>
                <a:gd name="connsiteY8" fmla="*/ 3622231 h 5470974"/>
                <a:gd name="connsiteX9" fmla="*/ 2655109 w 2914469"/>
                <a:gd name="connsiteY9" fmla="*/ 4522776 h 5470974"/>
                <a:gd name="connsiteX10" fmla="*/ 2890636 w 2914469"/>
                <a:gd name="connsiteY10" fmla="*/ 5049249 h 5470974"/>
                <a:gd name="connsiteX11" fmla="*/ 2170200 w 2914469"/>
                <a:gd name="connsiteY11" fmla="*/ 5423322 h 5470974"/>
                <a:gd name="connsiteX12" fmla="*/ 729327 w 2914469"/>
                <a:gd name="connsiteY12" fmla="*/ 5395613 h 5470974"/>
                <a:gd name="connsiteX13" fmla="*/ 452236 w 2914469"/>
                <a:gd name="connsiteY13" fmla="*/ 4744449 h 5470974"/>
                <a:gd name="connsiteX0" fmla="*/ 452236 w 2733397"/>
                <a:gd name="connsiteY0" fmla="*/ 4744449 h 5470974"/>
                <a:gd name="connsiteX1" fmla="*/ 8891 w 2733397"/>
                <a:gd name="connsiteY1" fmla="*/ 2749394 h 5470974"/>
                <a:gd name="connsiteX2" fmla="*/ 175146 w 2733397"/>
                <a:gd name="connsiteY2" fmla="*/ 1211540 h 5470974"/>
                <a:gd name="connsiteX3" fmla="*/ 410673 w 2733397"/>
                <a:gd name="connsiteY3" fmla="*/ 394122 h 5470974"/>
                <a:gd name="connsiteX4" fmla="*/ 1186527 w 2733397"/>
                <a:gd name="connsiteY4" fmla="*/ 6194 h 5470974"/>
                <a:gd name="connsiteX5" fmla="*/ 2142491 w 2733397"/>
                <a:gd name="connsiteY5" fmla="*/ 269431 h 5470974"/>
                <a:gd name="connsiteX6" fmla="*/ 2447291 w 2733397"/>
                <a:gd name="connsiteY6" fmla="*/ 1599467 h 5470974"/>
                <a:gd name="connsiteX7" fmla="*/ 1990091 w 2733397"/>
                <a:gd name="connsiteY7" fmla="*/ 2610849 h 5470974"/>
                <a:gd name="connsiteX8" fmla="*/ 1809982 w 2733397"/>
                <a:gd name="connsiteY8" fmla="*/ 3622231 h 5470974"/>
                <a:gd name="connsiteX9" fmla="*/ 2655109 w 2733397"/>
                <a:gd name="connsiteY9" fmla="*/ 4522776 h 5470974"/>
                <a:gd name="connsiteX10" fmla="*/ 2641254 w 2733397"/>
                <a:gd name="connsiteY10" fmla="*/ 5146231 h 5470974"/>
                <a:gd name="connsiteX11" fmla="*/ 2170200 w 2733397"/>
                <a:gd name="connsiteY11" fmla="*/ 5423322 h 5470974"/>
                <a:gd name="connsiteX12" fmla="*/ 729327 w 2733397"/>
                <a:gd name="connsiteY12" fmla="*/ 5395613 h 5470974"/>
                <a:gd name="connsiteX13" fmla="*/ 452236 w 2733397"/>
                <a:gd name="connsiteY13" fmla="*/ 4744449 h 5470974"/>
                <a:gd name="connsiteX0" fmla="*/ 452236 w 2662490"/>
                <a:gd name="connsiteY0" fmla="*/ 4744449 h 5470974"/>
                <a:gd name="connsiteX1" fmla="*/ 8891 w 2662490"/>
                <a:gd name="connsiteY1" fmla="*/ 2749394 h 5470974"/>
                <a:gd name="connsiteX2" fmla="*/ 175146 w 2662490"/>
                <a:gd name="connsiteY2" fmla="*/ 1211540 h 5470974"/>
                <a:gd name="connsiteX3" fmla="*/ 410673 w 2662490"/>
                <a:gd name="connsiteY3" fmla="*/ 394122 h 5470974"/>
                <a:gd name="connsiteX4" fmla="*/ 1186527 w 2662490"/>
                <a:gd name="connsiteY4" fmla="*/ 6194 h 5470974"/>
                <a:gd name="connsiteX5" fmla="*/ 2142491 w 2662490"/>
                <a:gd name="connsiteY5" fmla="*/ 269431 h 5470974"/>
                <a:gd name="connsiteX6" fmla="*/ 2447291 w 2662490"/>
                <a:gd name="connsiteY6" fmla="*/ 1599467 h 5470974"/>
                <a:gd name="connsiteX7" fmla="*/ 1990091 w 2662490"/>
                <a:gd name="connsiteY7" fmla="*/ 2610849 h 5470974"/>
                <a:gd name="connsiteX8" fmla="*/ 1809982 w 2662490"/>
                <a:gd name="connsiteY8" fmla="*/ 3622231 h 5470974"/>
                <a:gd name="connsiteX9" fmla="*/ 2502709 w 2662490"/>
                <a:gd name="connsiteY9" fmla="*/ 4508922 h 5470974"/>
                <a:gd name="connsiteX10" fmla="*/ 2641254 w 2662490"/>
                <a:gd name="connsiteY10" fmla="*/ 5146231 h 5470974"/>
                <a:gd name="connsiteX11" fmla="*/ 2170200 w 2662490"/>
                <a:gd name="connsiteY11" fmla="*/ 5423322 h 5470974"/>
                <a:gd name="connsiteX12" fmla="*/ 729327 w 2662490"/>
                <a:gd name="connsiteY12" fmla="*/ 5395613 h 5470974"/>
                <a:gd name="connsiteX13" fmla="*/ 452236 w 2662490"/>
                <a:gd name="connsiteY13" fmla="*/ 4744449 h 5470974"/>
                <a:gd name="connsiteX0" fmla="*/ 452236 w 2628430"/>
                <a:gd name="connsiteY0" fmla="*/ 4744449 h 5470974"/>
                <a:gd name="connsiteX1" fmla="*/ 8891 w 2628430"/>
                <a:gd name="connsiteY1" fmla="*/ 2749394 h 5470974"/>
                <a:gd name="connsiteX2" fmla="*/ 175146 w 2628430"/>
                <a:gd name="connsiteY2" fmla="*/ 1211540 h 5470974"/>
                <a:gd name="connsiteX3" fmla="*/ 410673 w 2628430"/>
                <a:gd name="connsiteY3" fmla="*/ 394122 h 5470974"/>
                <a:gd name="connsiteX4" fmla="*/ 1186527 w 2628430"/>
                <a:gd name="connsiteY4" fmla="*/ 6194 h 5470974"/>
                <a:gd name="connsiteX5" fmla="*/ 2142491 w 2628430"/>
                <a:gd name="connsiteY5" fmla="*/ 269431 h 5470974"/>
                <a:gd name="connsiteX6" fmla="*/ 2447291 w 2628430"/>
                <a:gd name="connsiteY6" fmla="*/ 1599467 h 5470974"/>
                <a:gd name="connsiteX7" fmla="*/ 1990091 w 2628430"/>
                <a:gd name="connsiteY7" fmla="*/ 2610849 h 5470974"/>
                <a:gd name="connsiteX8" fmla="*/ 1809982 w 2628430"/>
                <a:gd name="connsiteY8" fmla="*/ 3622231 h 5470974"/>
                <a:gd name="connsiteX9" fmla="*/ 2502709 w 2628430"/>
                <a:gd name="connsiteY9" fmla="*/ 4508922 h 5470974"/>
                <a:gd name="connsiteX10" fmla="*/ 2599690 w 2628430"/>
                <a:gd name="connsiteY10" fmla="*/ 5132377 h 5470974"/>
                <a:gd name="connsiteX11" fmla="*/ 2170200 w 2628430"/>
                <a:gd name="connsiteY11" fmla="*/ 5423322 h 5470974"/>
                <a:gd name="connsiteX12" fmla="*/ 729327 w 2628430"/>
                <a:gd name="connsiteY12" fmla="*/ 5395613 h 5470974"/>
                <a:gd name="connsiteX13" fmla="*/ 452236 w 2628430"/>
                <a:gd name="connsiteY13" fmla="*/ 4744449 h 5470974"/>
                <a:gd name="connsiteX0" fmla="*/ 452236 w 2628430"/>
                <a:gd name="connsiteY0" fmla="*/ 4744449 h 5464715"/>
                <a:gd name="connsiteX1" fmla="*/ 8891 w 2628430"/>
                <a:gd name="connsiteY1" fmla="*/ 2749394 h 5464715"/>
                <a:gd name="connsiteX2" fmla="*/ 175146 w 2628430"/>
                <a:gd name="connsiteY2" fmla="*/ 1211540 h 5464715"/>
                <a:gd name="connsiteX3" fmla="*/ 410673 w 2628430"/>
                <a:gd name="connsiteY3" fmla="*/ 394122 h 5464715"/>
                <a:gd name="connsiteX4" fmla="*/ 1186527 w 2628430"/>
                <a:gd name="connsiteY4" fmla="*/ 6194 h 5464715"/>
                <a:gd name="connsiteX5" fmla="*/ 2142491 w 2628430"/>
                <a:gd name="connsiteY5" fmla="*/ 269431 h 5464715"/>
                <a:gd name="connsiteX6" fmla="*/ 2447291 w 2628430"/>
                <a:gd name="connsiteY6" fmla="*/ 1599467 h 5464715"/>
                <a:gd name="connsiteX7" fmla="*/ 1990091 w 2628430"/>
                <a:gd name="connsiteY7" fmla="*/ 2610849 h 5464715"/>
                <a:gd name="connsiteX8" fmla="*/ 1809982 w 2628430"/>
                <a:gd name="connsiteY8" fmla="*/ 3622231 h 5464715"/>
                <a:gd name="connsiteX9" fmla="*/ 2502709 w 2628430"/>
                <a:gd name="connsiteY9" fmla="*/ 4508922 h 5464715"/>
                <a:gd name="connsiteX10" fmla="*/ 2599690 w 2628430"/>
                <a:gd name="connsiteY10" fmla="*/ 5132377 h 5464715"/>
                <a:gd name="connsiteX11" fmla="*/ 2170200 w 2628430"/>
                <a:gd name="connsiteY11" fmla="*/ 5423322 h 5464715"/>
                <a:gd name="connsiteX12" fmla="*/ 895581 w 2628430"/>
                <a:gd name="connsiteY12" fmla="*/ 5381759 h 5464715"/>
                <a:gd name="connsiteX13" fmla="*/ 452236 w 2628430"/>
                <a:gd name="connsiteY13" fmla="*/ 4744449 h 5464715"/>
                <a:gd name="connsiteX0" fmla="*/ 281453 w 2457647"/>
                <a:gd name="connsiteY0" fmla="*/ 4744449 h 5464715"/>
                <a:gd name="connsiteX1" fmla="*/ 101345 w 2457647"/>
                <a:gd name="connsiteY1" fmla="*/ 2790958 h 5464715"/>
                <a:gd name="connsiteX2" fmla="*/ 4363 w 2457647"/>
                <a:gd name="connsiteY2" fmla="*/ 1211540 h 5464715"/>
                <a:gd name="connsiteX3" fmla="*/ 239890 w 2457647"/>
                <a:gd name="connsiteY3" fmla="*/ 394122 h 5464715"/>
                <a:gd name="connsiteX4" fmla="*/ 1015744 w 2457647"/>
                <a:gd name="connsiteY4" fmla="*/ 6194 h 5464715"/>
                <a:gd name="connsiteX5" fmla="*/ 1971708 w 2457647"/>
                <a:gd name="connsiteY5" fmla="*/ 269431 h 5464715"/>
                <a:gd name="connsiteX6" fmla="*/ 2276508 w 2457647"/>
                <a:gd name="connsiteY6" fmla="*/ 1599467 h 5464715"/>
                <a:gd name="connsiteX7" fmla="*/ 1819308 w 2457647"/>
                <a:gd name="connsiteY7" fmla="*/ 2610849 h 5464715"/>
                <a:gd name="connsiteX8" fmla="*/ 1639199 w 2457647"/>
                <a:gd name="connsiteY8" fmla="*/ 3622231 h 5464715"/>
                <a:gd name="connsiteX9" fmla="*/ 2331926 w 2457647"/>
                <a:gd name="connsiteY9" fmla="*/ 4508922 h 5464715"/>
                <a:gd name="connsiteX10" fmla="*/ 2428907 w 2457647"/>
                <a:gd name="connsiteY10" fmla="*/ 5132377 h 5464715"/>
                <a:gd name="connsiteX11" fmla="*/ 1999417 w 2457647"/>
                <a:gd name="connsiteY11" fmla="*/ 5423322 h 5464715"/>
                <a:gd name="connsiteX12" fmla="*/ 724798 w 2457647"/>
                <a:gd name="connsiteY12" fmla="*/ 5381759 h 5464715"/>
                <a:gd name="connsiteX13" fmla="*/ 281453 w 2457647"/>
                <a:gd name="connsiteY13" fmla="*/ 4744449 h 5464715"/>
                <a:gd name="connsiteX0" fmla="*/ 182997 w 2359191"/>
                <a:gd name="connsiteY0" fmla="*/ 4744449 h 5464715"/>
                <a:gd name="connsiteX1" fmla="*/ 2889 w 2359191"/>
                <a:gd name="connsiteY1" fmla="*/ 2790958 h 5464715"/>
                <a:gd name="connsiteX2" fmla="*/ 141434 w 2359191"/>
                <a:gd name="connsiteY2" fmla="*/ 394122 h 5464715"/>
                <a:gd name="connsiteX3" fmla="*/ 917288 w 2359191"/>
                <a:gd name="connsiteY3" fmla="*/ 6194 h 5464715"/>
                <a:gd name="connsiteX4" fmla="*/ 1873252 w 2359191"/>
                <a:gd name="connsiteY4" fmla="*/ 269431 h 5464715"/>
                <a:gd name="connsiteX5" fmla="*/ 2178052 w 2359191"/>
                <a:gd name="connsiteY5" fmla="*/ 1599467 h 5464715"/>
                <a:gd name="connsiteX6" fmla="*/ 1720852 w 2359191"/>
                <a:gd name="connsiteY6" fmla="*/ 2610849 h 5464715"/>
                <a:gd name="connsiteX7" fmla="*/ 1540743 w 2359191"/>
                <a:gd name="connsiteY7" fmla="*/ 3622231 h 5464715"/>
                <a:gd name="connsiteX8" fmla="*/ 2233470 w 2359191"/>
                <a:gd name="connsiteY8" fmla="*/ 4508922 h 5464715"/>
                <a:gd name="connsiteX9" fmla="*/ 2330451 w 2359191"/>
                <a:gd name="connsiteY9" fmla="*/ 5132377 h 5464715"/>
                <a:gd name="connsiteX10" fmla="*/ 1900961 w 2359191"/>
                <a:gd name="connsiteY10" fmla="*/ 5423322 h 5464715"/>
                <a:gd name="connsiteX11" fmla="*/ 626342 w 2359191"/>
                <a:gd name="connsiteY11" fmla="*/ 5381759 h 5464715"/>
                <a:gd name="connsiteX12" fmla="*/ 182997 w 2359191"/>
                <a:gd name="connsiteY12" fmla="*/ 4744449 h 5464715"/>
                <a:gd name="connsiteX0" fmla="*/ 180222 w 2356416"/>
                <a:gd name="connsiteY0" fmla="*/ 4782093 h 5502359"/>
                <a:gd name="connsiteX1" fmla="*/ 114 w 2356416"/>
                <a:gd name="connsiteY1" fmla="*/ 2828602 h 5502359"/>
                <a:gd name="connsiteX2" fmla="*/ 201419 w 2356416"/>
                <a:gd name="connsiteY2" fmla="*/ 982913 h 5502359"/>
                <a:gd name="connsiteX3" fmla="*/ 914513 w 2356416"/>
                <a:gd name="connsiteY3" fmla="*/ 43838 h 5502359"/>
                <a:gd name="connsiteX4" fmla="*/ 1870477 w 2356416"/>
                <a:gd name="connsiteY4" fmla="*/ 307075 h 5502359"/>
                <a:gd name="connsiteX5" fmla="*/ 2175277 w 2356416"/>
                <a:gd name="connsiteY5" fmla="*/ 1637111 h 5502359"/>
                <a:gd name="connsiteX6" fmla="*/ 1718077 w 2356416"/>
                <a:gd name="connsiteY6" fmla="*/ 2648493 h 5502359"/>
                <a:gd name="connsiteX7" fmla="*/ 1537968 w 2356416"/>
                <a:gd name="connsiteY7" fmla="*/ 3659875 h 5502359"/>
                <a:gd name="connsiteX8" fmla="*/ 2230695 w 2356416"/>
                <a:gd name="connsiteY8" fmla="*/ 4546566 h 5502359"/>
                <a:gd name="connsiteX9" fmla="*/ 2327676 w 2356416"/>
                <a:gd name="connsiteY9" fmla="*/ 5170021 h 5502359"/>
                <a:gd name="connsiteX10" fmla="*/ 1898186 w 2356416"/>
                <a:gd name="connsiteY10" fmla="*/ 5460966 h 5502359"/>
                <a:gd name="connsiteX11" fmla="*/ 623567 w 2356416"/>
                <a:gd name="connsiteY11" fmla="*/ 5419403 h 5502359"/>
                <a:gd name="connsiteX12" fmla="*/ 180222 w 2356416"/>
                <a:gd name="connsiteY12" fmla="*/ 4782093 h 5502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56416" h="5502359">
                  <a:moveTo>
                    <a:pt x="180222" y="4782093"/>
                  </a:moveTo>
                  <a:cubicBezTo>
                    <a:pt x="76313" y="4350293"/>
                    <a:pt x="-3419" y="3461799"/>
                    <a:pt x="114" y="2828602"/>
                  </a:cubicBezTo>
                  <a:cubicBezTo>
                    <a:pt x="3647" y="2195405"/>
                    <a:pt x="49019" y="1447040"/>
                    <a:pt x="201419" y="982913"/>
                  </a:cubicBezTo>
                  <a:cubicBezTo>
                    <a:pt x="353819" y="518786"/>
                    <a:pt x="636337" y="156478"/>
                    <a:pt x="914513" y="43838"/>
                  </a:cubicBezTo>
                  <a:cubicBezTo>
                    <a:pt x="1192689" y="-68802"/>
                    <a:pt x="1660350" y="41530"/>
                    <a:pt x="1870477" y="307075"/>
                  </a:cubicBezTo>
                  <a:cubicBezTo>
                    <a:pt x="2080604" y="572620"/>
                    <a:pt x="2200677" y="1246875"/>
                    <a:pt x="2175277" y="1637111"/>
                  </a:cubicBezTo>
                  <a:cubicBezTo>
                    <a:pt x="2149877" y="2027347"/>
                    <a:pt x="1824295" y="2311366"/>
                    <a:pt x="1718077" y="2648493"/>
                  </a:cubicBezTo>
                  <a:cubicBezTo>
                    <a:pt x="1611859" y="2985620"/>
                    <a:pt x="1452532" y="3343530"/>
                    <a:pt x="1537968" y="3659875"/>
                  </a:cubicBezTo>
                  <a:cubicBezTo>
                    <a:pt x="1623404" y="3976221"/>
                    <a:pt x="2099077" y="4294875"/>
                    <a:pt x="2230695" y="4546566"/>
                  </a:cubicBezTo>
                  <a:cubicBezTo>
                    <a:pt x="2362313" y="4798257"/>
                    <a:pt x="2383094" y="5017621"/>
                    <a:pt x="2327676" y="5170021"/>
                  </a:cubicBezTo>
                  <a:cubicBezTo>
                    <a:pt x="2272258" y="5322421"/>
                    <a:pt x="2258404" y="5403239"/>
                    <a:pt x="1898186" y="5460966"/>
                  </a:cubicBezTo>
                  <a:cubicBezTo>
                    <a:pt x="1537968" y="5518693"/>
                    <a:pt x="907585" y="5525621"/>
                    <a:pt x="623567" y="5419403"/>
                  </a:cubicBezTo>
                  <a:cubicBezTo>
                    <a:pt x="339549" y="5313185"/>
                    <a:pt x="284131" y="5213893"/>
                    <a:pt x="180222" y="47820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43C3CCCC-7132-6A8F-E045-FDF6BF8B317C}"/>
                </a:ext>
              </a:extLst>
            </p:cNvPr>
            <p:cNvSpPr/>
            <p:nvPr/>
          </p:nvSpPr>
          <p:spPr>
            <a:xfrm rot="10626065" flipH="1">
              <a:off x="1545272" y="2881679"/>
              <a:ext cx="2141775" cy="3923144"/>
            </a:xfrm>
            <a:custGeom>
              <a:avLst/>
              <a:gdLst>
                <a:gd name="connsiteX0" fmla="*/ 452236 w 2914469"/>
                <a:gd name="connsiteY0" fmla="*/ 4744449 h 5470974"/>
                <a:gd name="connsiteX1" fmla="*/ 8891 w 2914469"/>
                <a:gd name="connsiteY1" fmla="*/ 2749394 h 5470974"/>
                <a:gd name="connsiteX2" fmla="*/ 175146 w 2914469"/>
                <a:gd name="connsiteY2" fmla="*/ 1211540 h 5470974"/>
                <a:gd name="connsiteX3" fmla="*/ 410673 w 2914469"/>
                <a:gd name="connsiteY3" fmla="*/ 394122 h 5470974"/>
                <a:gd name="connsiteX4" fmla="*/ 1186527 w 2914469"/>
                <a:gd name="connsiteY4" fmla="*/ 6194 h 5470974"/>
                <a:gd name="connsiteX5" fmla="*/ 2142491 w 2914469"/>
                <a:gd name="connsiteY5" fmla="*/ 269431 h 5470974"/>
                <a:gd name="connsiteX6" fmla="*/ 2447291 w 2914469"/>
                <a:gd name="connsiteY6" fmla="*/ 1599467 h 5470974"/>
                <a:gd name="connsiteX7" fmla="*/ 1990091 w 2914469"/>
                <a:gd name="connsiteY7" fmla="*/ 2610849 h 5470974"/>
                <a:gd name="connsiteX8" fmla="*/ 1809982 w 2914469"/>
                <a:gd name="connsiteY8" fmla="*/ 3622231 h 5470974"/>
                <a:gd name="connsiteX9" fmla="*/ 2655109 w 2914469"/>
                <a:gd name="connsiteY9" fmla="*/ 4522776 h 5470974"/>
                <a:gd name="connsiteX10" fmla="*/ 2890636 w 2914469"/>
                <a:gd name="connsiteY10" fmla="*/ 5049249 h 5470974"/>
                <a:gd name="connsiteX11" fmla="*/ 2170200 w 2914469"/>
                <a:gd name="connsiteY11" fmla="*/ 5423322 h 5470974"/>
                <a:gd name="connsiteX12" fmla="*/ 729327 w 2914469"/>
                <a:gd name="connsiteY12" fmla="*/ 5395613 h 5470974"/>
                <a:gd name="connsiteX13" fmla="*/ 452236 w 2914469"/>
                <a:gd name="connsiteY13" fmla="*/ 4744449 h 5470974"/>
                <a:gd name="connsiteX0" fmla="*/ 452236 w 2733397"/>
                <a:gd name="connsiteY0" fmla="*/ 4744449 h 5470974"/>
                <a:gd name="connsiteX1" fmla="*/ 8891 w 2733397"/>
                <a:gd name="connsiteY1" fmla="*/ 2749394 h 5470974"/>
                <a:gd name="connsiteX2" fmla="*/ 175146 w 2733397"/>
                <a:gd name="connsiteY2" fmla="*/ 1211540 h 5470974"/>
                <a:gd name="connsiteX3" fmla="*/ 410673 w 2733397"/>
                <a:gd name="connsiteY3" fmla="*/ 394122 h 5470974"/>
                <a:gd name="connsiteX4" fmla="*/ 1186527 w 2733397"/>
                <a:gd name="connsiteY4" fmla="*/ 6194 h 5470974"/>
                <a:gd name="connsiteX5" fmla="*/ 2142491 w 2733397"/>
                <a:gd name="connsiteY5" fmla="*/ 269431 h 5470974"/>
                <a:gd name="connsiteX6" fmla="*/ 2447291 w 2733397"/>
                <a:gd name="connsiteY6" fmla="*/ 1599467 h 5470974"/>
                <a:gd name="connsiteX7" fmla="*/ 1990091 w 2733397"/>
                <a:gd name="connsiteY7" fmla="*/ 2610849 h 5470974"/>
                <a:gd name="connsiteX8" fmla="*/ 1809982 w 2733397"/>
                <a:gd name="connsiteY8" fmla="*/ 3622231 h 5470974"/>
                <a:gd name="connsiteX9" fmla="*/ 2655109 w 2733397"/>
                <a:gd name="connsiteY9" fmla="*/ 4522776 h 5470974"/>
                <a:gd name="connsiteX10" fmla="*/ 2641254 w 2733397"/>
                <a:gd name="connsiteY10" fmla="*/ 5146231 h 5470974"/>
                <a:gd name="connsiteX11" fmla="*/ 2170200 w 2733397"/>
                <a:gd name="connsiteY11" fmla="*/ 5423322 h 5470974"/>
                <a:gd name="connsiteX12" fmla="*/ 729327 w 2733397"/>
                <a:gd name="connsiteY12" fmla="*/ 5395613 h 5470974"/>
                <a:gd name="connsiteX13" fmla="*/ 452236 w 2733397"/>
                <a:gd name="connsiteY13" fmla="*/ 4744449 h 5470974"/>
                <a:gd name="connsiteX0" fmla="*/ 452236 w 2662490"/>
                <a:gd name="connsiteY0" fmla="*/ 4744449 h 5470974"/>
                <a:gd name="connsiteX1" fmla="*/ 8891 w 2662490"/>
                <a:gd name="connsiteY1" fmla="*/ 2749394 h 5470974"/>
                <a:gd name="connsiteX2" fmla="*/ 175146 w 2662490"/>
                <a:gd name="connsiteY2" fmla="*/ 1211540 h 5470974"/>
                <a:gd name="connsiteX3" fmla="*/ 410673 w 2662490"/>
                <a:gd name="connsiteY3" fmla="*/ 394122 h 5470974"/>
                <a:gd name="connsiteX4" fmla="*/ 1186527 w 2662490"/>
                <a:gd name="connsiteY4" fmla="*/ 6194 h 5470974"/>
                <a:gd name="connsiteX5" fmla="*/ 2142491 w 2662490"/>
                <a:gd name="connsiteY5" fmla="*/ 269431 h 5470974"/>
                <a:gd name="connsiteX6" fmla="*/ 2447291 w 2662490"/>
                <a:gd name="connsiteY6" fmla="*/ 1599467 h 5470974"/>
                <a:gd name="connsiteX7" fmla="*/ 1990091 w 2662490"/>
                <a:gd name="connsiteY7" fmla="*/ 2610849 h 5470974"/>
                <a:gd name="connsiteX8" fmla="*/ 1809982 w 2662490"/>
                <a:gd name="connsiteY8" fmla="*/ 3622231 h 5470974"/>
                <a:gd name="connsiteX9" fmla="*/ 2502709 w 2662490"/>
                <a:gd name="connsiteY9" fmla="*/ 4508922 h 5470974"/>
                <a:gd name="connsiteX10" fmla="*/ 2641254 w 2662490"/>
                <a:gd name="connsiteY10" fmla="*/ 5146231 h 5470974"/>
                <a:gd name="connsiteX11" fmla="*/ 2170200 w 2662490"/>
                <a:gd name="connsiteY11" fmla="*/ 5423322 h 5470974"/>
                <a:gd name="connsiteX12" fmla="*/ 729327 w 2662490"/>
                <a:gd name="connsiteY12" fmla="*/ 5395613 h 5470974"/>
                <a:gd name="connsiteX13" fmla="*/ 452236 w 2662490"/>
                <a:gd name="connsiteY13" fmla="*/ 4744449 h 5470974"/>
                <a:gd name="connsiteX0" fmla="*/ 452236 w 2628430"/>
                <a:gd name="connsiteY0" fmla="*/ 4744449 h 5470974"/>
                <a:gd name="connsiteX1" fmla="*/ 8891 w 2628430"/>
                <a:gd name="connsiteY1" fmla="*/ 2749394 h 5470974"/>
                <a:gd name="connsiteX2" fmla="*/ 175146 w 2628430"/>
                <a:gd name="connsiteY2" fmla="*/ 1211540 h 5470974"/>
                <a:gd name="connsiteX3" fmla="*/ 410673 w 2628430"/>
                <a:gd name="connsiteY3" fmla="*/ 394122 h 5470974"/>
                <a:gd name="connsiteX4" fmla="*/ 1186527 w 2628430"/>
                <a:gd name="connsiteY4" fmla="*/ 6194 h 5470974"/>
                <a:gd name="connsiteX5" fmla="*/ 2142491 w 2628430"/>
                <a:gd name="connsiteY5" fmla="*/ 269431 h 5470974"/>
                <a:gd name="connsiteX6" fmla="*/ 2447291 w 2628430"/>
                <a:gd name="connsiteY6" fmla="*/ 1599467 h 5470974"/>
                <a:gd name="connsiteX7" fmla="*/ 1990091 w 2628430"/>
                <a:gd name="connsiteY7" fmla="*/ 2610849 h 5470974"/>
                <a:gd name="connsiteX8" fmla="*/ 1809982 w 2628430"/>
                <a:gd name="connsiteY8" fmla="*/ 3622231 h 5470974"/>
                <a:gd name="connsiteX9" fmla="*/ 2502709 w 2628430"/>
                <a:gd name="connsiteY9" fmla="*/ 4508922 h 5470974"/>
                <a:gd name="connsiteX10" fmla="*/ 2599690 w 2628430"/>
                <a:gd name="connsiteY10" fmla="*/ 5132377 h 5470974"/>
                <a:gd name="connsiteX11" fmla="*/ 2170200 w 2628430"/>
                <a:gd name="connsiteY11" fmla="*/ 5423322 h 5470974"/>
                <a:gd name="connsiteX12" fmla="*/ 729327 w 2628430"/>
                <a:gd name="connsiteY12" fmla="*/ 5395613 h 5470974"/>
                <a:gd name="connsiteX13" fmla="*/ 452236 w 2628430"/>
                <a:gd name="connsiteY13" fmla="*/ 4744449 h 5470974"/>
                <a:gd name="connsiteX0" fmla="*/ 452236 w 2628430"/>
                <a:gd name="connsiteY0" fmla="*/ 4744449 h 5464715"/>
                <a:gd name="connsiteX1" fmla="*/ 8891 w 2628430"/>
                <a:gd name="connsiteY1" fmla="*/ 2749394 h 5464715"/>
                <a:gd name="connsiteX2" fmla="*/ 175146 w 2628430"/>
                <a:gd name="connsiteY2" fmla="*/ 1211540 h 5464715"/>
                <a:gd name="connsiteX3" fmla="*/ 410673 w 2628430"/>
                <a:gd name="connsiteY3" fmla="*/ 394122 h 5464715"/>
                <a:gd name="connsiteX4" fmla="*/ 1186527 w 2628430"/>
                <a:gd name="connsiteY4" fmla="*/ 6194 h 5464715"/>
                <a:gd name="connsiteX5" fmla="*/ 2142491 w 2628430"/>
                <a:gd name="connsiteY5" fmla="*/ 269431 h 5464715"/>
                <a:gd name="connsiteX6" fmla="*/ 2447291 w 2628430"/>
                <a:gd name="connsiteY6" fmla="*/ 1599467 h 5464715"/>
                <a:gd name="connsiteX7" fmla="*/ 1990091 w 2628430"/>
                <a:gd name="connsiteY7" fmla="*/ 2610849 h 5464715"/>
                <a:gd name="connsiteX8" fmla="*/ 1809982 w 2628430"/>
                <a:gd name="connsiteY8" fmla="*/ 3622231 h 5464715"/>
                <a:gd name="connsiteX9" fmla="*/ 2502709 w 2628430"/>
                <a:gd name="connsiteY9" fmla="*/ 4508922 h 5464715"/>
                <a:gd name="connsiteX10" fmla="*/ 2599690 w 2628430"/>
                <a:gd name="connsiteY10" fmla="*/ 5132377 h 5464715"/>
                <a:gd name="connsiteX11" fmla="*/ 2170200 w 2628430"/>
                <a:gd name="connsiteY11" fmla="*/ 5423322 h 5464715"/>
                <a:gd name="connsiteX12" fmla="*/ 895581 w 2628430"/>
                <a:gd name="connsiteY12" fmla="*/ 5381759 h 5464715"/>
                <a:gd name="connsiteX13" fmla="*/ 452236 w 2628430"/>
                <a:gd name="connsiteY13" fmla="*/ 4744449 h 5464715"/>
                <a:gd name="connsiteX0" fmla="*/ 281453 w 2457647"/>
                <a:gd name="connsiteY0" fmla="*/ 4744449 h 5464715"/>
                <a:gd name="connsiteX1" fmla="*/ 101345 w 2457647"/>
                <a:gd name="connsiteY1" fmla="*/ 2790958 h 5464715"/>
                <a:gd name="connsiteX2" fmla="*/ 4363 w 2457647"/>
                <a:gd name="connsiteY2" fmla="*/ 1211540 h 5464715"/>
                <a:gd name="connsiteX3" fmla="*/ 239890 w 2457647"/>
                <a:gd name="connsiteY3" fmla="*/ 394122 h 5464715"/>
                <a:gd name="connsiteX4" fmla="*/ 1015744 w 2457647"/>
                <a:gd name="connsiteY4" fmla="*/ 6194 h 5464715"/>
                <a:gd name="connsiteX5" fmla="*/ 1971708 w 2457647"/>
                <a:gd name="connsiteY5" fmla="*/ 269431 h 5464715"/>
                <a:gd name="connsiteX6" fmla="*/ 2276508 w 2457647"/>
                <a:gd name="connsiteY6" fmla="*/ 1599467 h 5464715"/>
                <a:gd name="connsiteX7" fmla="*/ 1819308 w 2457647"/>
                <a:gd name="connsiteY7" fmla="*/ 2610849 h 5464715"/>
                <a:gd name="connsiteX8" fmla="*/ 1639199 w 2457647"/>
                <a:gd name="connsiteY8" fmla="*/ 3622231 h 5464715"/>
                <a:gd name="connsiteX9" fmla="*/ 2331926 w 2457647"/>
                <a:gd name="connsiteY9" fmla="*/ 4508922 h 5464715"/>
                <a:gd name="connsiteX10" fmla="*/ 2428907 w 2457647"/>
                <a:gd name="connsiteY10" fmla="*/ 5132377 h 5464715"/>
                <a:gd name="connsiteX11" fmla="*/ 1999417 w 2457647"/>
                <a:gd name="connsiteY11" fmla="*/ 5423322 h 5464715"/>
                <a:gd name="connsiteX12" fmla="*/ 724798 w 2457647"/>
                <a:gd name="connsiteY12" fmla="*/ 5381759 h 5464715"/>
                <a:gd name="connsiteX13" fmla="*/ 281453 w 2457647"/>
                <a:gd name="connsiteY13" fmla="*/ 4744449 h 5464715"/>
                <a:gd name="connsiteX0" fmla="*/ 182997 w 2359191"/>
                <a:gd name="connsiteY0" fmla="*/ 4744449 h 5464715"/>
                <a:gd name="connsiteX1" fmla="*/ 2889 w 2359191"/>
                <a:gd name="connsiteY1" fmla="*/ 2790958 h 5464715"/>
                <a:gd name="connsiteX2" fmla="*/ 141434 w 2359191"/>
                <a:gd name="connsiteY2" fmla="*/ 394122 h 5464715"/>
                <a:gd name="connsiteX3" fmla="*/ 917288 w 2359191"/>
                <a:gd name="connsiteY3" fmla="*/ 6194 h 5464715"/>
                <a:gd name="connsiteX4" fmla="*/ 1873252 w 2359191"/>
                <a:gd name="connsiteY4" fmla="*/ 269431 h 5464715"/>
                <a:gd name="connsiteX5" fmla="*/ 2178052 w 2359191"/>
                <a:gd name="connsiteY5" fmla="*/ 1599467 h 5464715"/>
                <a:gd name="connsiteX6" fmla="*/ 1720852 w 2359191"/>
                <a:gd name="connsiteY6" fmla="*/ 2610849 h 5464715"/>
                <a:gd name="connsiteX7" fmla="*/ 1540743 w 2359191"/>
                <a:gd name="connsiteY7" fmla="*/ 3622231 h 5464715"/>
                <a:gd name="connsiteX8" fmla="*/ 2233470 w 2359191"/>
                <a:gd name="connsiteY8" fmla="*/ 4508922 h 5464715"/>
                <a:gd name="connsiteX9" fmla="*/ 2330451 w 2359191"/>
                <a:gd name="connsiteY9" fmla="*/ 5132377 h 5464715"/>
                <a:gd name="connsiteX10" fmla="*/ 1900961 w 2359191"/>
                <a:gd name="connsiteY10" fmla="*/ 5423322 h 5464715"/>
                <a:gd name="connsiteX11" fmla="*/ 626342 w 2359191"/>
                <a:gd name="connsiteY11" fmla="*/ 5381759 h 5464715"/>
                <a:gd name="connsiteX12" fmla="*/ 182997 w 2359191"/>
                <a:gd name="connsiteY12" fmla="*/ 4744449 h 5464715"/>
                <a:gd name="connsiteX0" fmla="*/ 180110 w 2356304"/>
                <a:gd name="connsiteY0" fmla="*/ 4785805 h 5506071"/>
                <a:gd name="connsiteX1" fmla="*/ 2 w 2356304"/>
                <a:gd name="connsiteY1" fmla="*/ 2832314 h 5506071"/>
                <a:gd name="connsiteX2" fmla="*/ 182207 w 2356304"/>
                <a:gd name="connsiteY2" fmla="*/ 1038518 h 5506071"/>
                <a:gd name="connsiteX3" fmla="*/ 914401 w 2356304"/>
                <a:gd name="connsiteY3" fmla="*/ 47550 h 5506071"/>
                <a:gd name="connsiteX4" fmla="*/ 1870365 w 2356304"/>
                <a:gd name="connsiteY4" fmla="*/ 310787 h 5506071"/>
                <a:gd name="connsiteX5" fmla="*/ 2175165 w 2356304"/>
                <a:gd name="connsiteY5" fmla="*/ 1640823 h 5506071"/>
                <a:gd name="connsiteX6" fmla="*/ 1717965 w 2356304"/>
                <a:gd name="connsiteY6" fmla="*/ 2652205 h 5506071"/>
                <a:gd name="connsiteX7" fmla="*/ 1537856 w 2356304"/>
                <a:gd name="connsiteY7" fmla="*/ 3663587 h 5506071"/>
                <a:gd name="connsiteX8" fmla="*/ 2230583 w 2356304"/>
                <a:gd name="connsiteY8" fmla="*/ 4550278 h 5506071"/>
                <a:gd name="connsiteX9" fmla="*/ 2327564 w 2356304"/>
                <a:gd name="connsiteY9" fmla="*/ 5173733 h 5506071"/>
                <a:gd name="connsiteX10" fmla="*/ 1898074 w 2356304"/>
                <a:gd name="connsiteY10" fmla="*/ 5464678 h 5506071"/>
                <a:gd name="connsiteX11" fmla="*/ 623455 w 2356304"/>
                <a:gd name="connsiteY11" fmla="*/ 5423115 h 5506071"/>
                <a:gd name="connsiteX12" fmla="*/ 180110 w 2356304"/>
                <a:gd name="connsiteY12" fmla="*/ 4785805 h 5506071"/>
                <a:gd name="connsiteX0" fmla="*/ 181079 w 2357273"/>
                <a:gd name="connsiteY0" fmla="*/ 4796399 h 5516665"/>
                <a:gd name="connsiteX1" fmla="*/ 971 w 2357273"/>
                <a:gd name="connsiteY1" fmla="*/ 2842908 h 5516665"/>
                <a:gd name="connsiteX2" fmla="*/ 248289 w 2357273"/>
                <a:gd name="connsiteY2" fmla="*/ 1196366 h 5516665"/>
                <a:gd name="connsiteX3" fmla="*/ 915370 w 2357273"/>
                <a:gd name="connsiteY3" fmla="*/ 58144 h 5516665"/>
                <a:gd name="connsiteX4" fmla="*/ 1871334 w 2357273"/>
                <a:gd name="connsiteY4" fmla="*/ 321381 h 5516665"/>
                <a:gd name="connsiteX5" fmla="*/ 2176134 w 2357273"/>
                <a:gd name="connsiteY5" fmla="*/ 1651417 h 5516665"/>
                <a:gd name="connsiteX6" fmla="*/ 1718934 w 2357273"/>
                <a:gd name="connsiteY6" fmla="*/ 2662799 h 5516665"/>
                <a:gd name="connsiteX7" fmla="*/ 1538825 w 2357273"/>
                <a:gd name="connsiteY7" fmla="*/ 3674181 h 5516665"/>
                <a:gd name="connsiteX8" fmla="*/ 2231552 w 2357273"/>
                <a:gd name="connsiteY8" fmla="*/ 4560872 h 5516665"/>
                <a:gd name="connsiteX9" fmla="*/ 2328533 w 2357273"/>
                <a:gd name="connsiteY9" fmla="*/ 5184327 h 5516665"/>
                <a:gd name="connsiteX10" fmla="*/ 1899043 w 2357273"/>
                <a:gd name="connsiteY10" fmla="*/ 5475272 h 5516665"/>
                <a:gd name="connsiteX11" fmla="*/ 624424 w 2357273"/>
                <a:gd name="connsiteY11" fmla="*/ 5433709 h 5516665"/>
                <a:gd name="connsiteX12" fmla="*/ 181079 w 2357273"/>
                <a:gd name="connsiteY12" fmla="*/ 4796399 h 5516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57273" h="5516665">
                  <a:moveTo>
                    <a:pt x="181079" y="4796399"/>
                  </a:moveTo>
                  <a:cubicBezTo>
                    <a:pt x="77170" y="4364599"/>
                    <a:pt x="-10231" y="3442913"/>
                    <a:pt x="971" y="2842908"/>
                  </a:cubicBezTo>
                  <a:cubicBezTo>
                    <a:pt x="12173" y="2242903"/>
                    <a:pt x="95889" y="1660493"/>
                    <a:pt x="248289" y="1196366"/>
                  </a:cubicBezTo>
                  <a:cubicBezTo>
                    <a:pt x="400689" y="732239"/>
                    <a:pt x="644863" y="203975"/>
                    <a:pt x="915370" y="58144"/>
                  </a:cubicBezTo>
                  <a:cubicBezTo>
                    <a:pt x="1185878" y="-87687"/>
                    <a:pt x="1661207" y="55836"/>
                    <a:pt x="1871334" y="321381"/>
                  </a:cubicBezTo>
                  <a:cubicBezTo>
                    <a:pt x="2081461" y="586926"/>
                    <a:pt x="2201534" y="1261181"/>
                    <a:pt x="2176134" y="1651417"/>
                  </a:cubicBezTo>
                  <a:cubicBezTo>
                    <a:pt x="2150734" y="2041653"/>
                    <a:pt x="1825152" y="2325672"/>
                    <a:pt x="1718934" y="2662799"/>
                  </a:cubicBezTo>
                  <a:cubicBezTo>
                    <a:pt x="1612716" y="2999926"/>
                    <a:pt x="1453389" y="3357836"/>
                    <a:pt x="1538825" y="3674181"/>
                  </a:cubicBezTo>
                  <a:cubicBezTo>
                    <a:pt x="1624261" y="3990527"/>
                    <a:pt x="2099934" y="4309181"/>
                    <a:pt x="2231552" y="4560872"/>
                  </a:cubicBezTo>
                  <a:cubicBezTo>
                    <a:pt x="2363170" y="4812563"/>
                    <a:pt x="2383951" y="5031927"/>
                    <a:pt x="2328533" y="5184327"/>
                  </a:cubicBezTo>
                  <a:cubicBezTo>
                    <a:pt x="2273115" y="5336727"/>
                    <a:pt x="2259261" y="5417545"/>
                    <a:pt x="1899043" y="5475272"/>
                  </a:cubicBezTo>
                  <a:cubicBezTo>
                    <a:pt x="1538825" y="5532999"/>
                    <a:pt x="908442" y="5539927"/>
                    <a:pt x="624424" y="5433709"/>
                  </a:cubicBezTo>
                  <a:cubicBezTo>
                    <a:pt x="340406" y="5327491"/>
                    <a:pt x="284988" y="5228199"/>
                    <a:pt x="181079" y="479639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8DD1883-1247-F31D-443A-B86FF02F6EE6}"/>
                </a:ext>
              </a:extLst>
            </p:cNvPr>
            <p:cNvSpPr/>
            <p:nvPr/>
          </p:nvSpPr>
          <p:spPr>
            <a:xfrm rot="10800000">
              <a:off x="3890001" y="1893409"/>
              <a:ext cx="609600" cy="89356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FC7D47B-83A9-9667-A249-38725A771BD7}"/>
                </a:ext>
              </a:extLst>
            </p:cNvPr>
            <p:cNvSpPr/>
            <p:nvPr/>
          </p:nvSpPr>
          <p:spPr>
            <a:xfrm rot="10800000">
              <a:off x="3027814" y="1893409"/>
              <a:ext cx="609600" cy="89356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5BDFFA1-3005-6539-147A-69CCEFB4FF40}"/>
                </a:ext>
              </a:extLst>
            </p:cNvPr>
            <p:cNvSpPr/>
            <p:nvPr/>
          </p:nvSpPr>
          <p:spPr>
            <a:xfrm rot="10800000">
              <a:off x="4661468" y="2099017"/>
              <a:ext cx="274361" cy="5486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235460D3-F10E-E505-4842-E05118ECE3E2}"/>
                </a:ext>
              </a:extLst>
            </p:cNvPr>
            <p:cNvSpPr/>
            <p:nvPr/>
          </p:nvSpPr>
          <p:spPr>
            <a:xfrm rot="10800000">
              <a:off x="2628764" y="2099017"/>
              <a:ext cx="274361" cy="5486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FC4C83C-7B49-FEF5-D828-BED636684967}"/>
                </a:ext>
              </a:extLst>
            </p:cNvPr>
            <p:cNvSpPr/>
            <p:nvPr/>
          </p:nvSpPr>
          <p:spPr>
            <a:xfrm rot="10800000">
              <a:off x="4996706" y="2190457"/>
              <a:ext cx="274361" cy="5486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CB6219A2-E8C1-A4FB-9D47-FE5F05B4B124}"/>
                </a:ext>
              </a:extLst>
            </p:cNvPr>
            <p:cNvSpPr/>
            <p:nvPr/>
          </p:nvSpPr>
          <p:spPr>
            <a:xfrm rot="10800000">
              <a:off x="5347267" y="2301958"/>
              <a:ext cx="274361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300C60B2-4C38-F486-2A5E-2B5E2EFDB3BD}"/>
                </a:ext>
              </a:extLst>
            </p:cNvPr>
            <p:cNvSpPr/>
            <p:nvPr/>
          </p:nvSpPr>
          <p:spPr>
            <a:xfrm rot="10800000">
              <a:off x="5682505" y="2556217"/>
              <a:ext cx="274361" cy="365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E1A7C14F-AB6A-8815-470A-150F6299D255}"/>
                </a:ext>
              </a:extLst>
            </p:cNvPr>
            <p:cNvSpPr/>
            <p:nvPr/>
          </p:nvSpPr>
          <p:spPr>
            <a:xfrm rot="10800000">
              <a:off x="2262562" y="2190457"/>
              <a:ext cx="274361" cy="5486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D3EFD17B-2E9B-ECA8-FC32-607698EA6C58}"/>
                </a:ext>
              </a:extLst>
            </p:cNvPr>
            <p:cNvSpPr/>
            <p:nvPr/>
          </p:nvSpPr>
          <p:spPr>
            <a:xfrm rot="10800000">
              <a:off x="1913467" y="2301959"/>
              <a:ext cx="274361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59290B19-C498-CF82-168F-DB3CAF4BC1D8}"/>
                </a:ext>
              </a:extLst>
            </p:cNvPr>
            <p:cNvSpPr/>
            <p:nvPr/>
          </p:nvSpPr>
          <p:spPr>
            <a:xfrm rot="10800000">
              <a:off x="1561865" y="2556217"/>
              <a:ext cx="274361" cy="365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8D71F78-332E-8949-4887-0C6F895D840A}"/>
              </a:ext>
            </a:extLst>
          </p:cNvPr>
          <p:cNvGrpSpPr/>
          <p:nvPr/>
        </p:nvGrpSpPr>
        <p:grpSpPr>
          <a:xfrm rot="3582214">
            <a:off x="2225735" y="4171479"/>
            <a:ext cx="230400" cy="525600"/>
            <a:chOff x="8024239" y="1985356"/>
            <a:chExt cx="2141775" cy="4911414"/>
          </a:xfrm>
        </p:grpSpPr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00328E1B-ECC4-8813-D708-16C653FFD2F7}"/>
                </a:ext>
              </a:extLst>
            </p:cNvPr>
            <p:cNvSpPr/>
            <p:nvPr/>
          </p:nvSpPr>
          <p:spPr>
            <a:xfrm rot="10626065" flipH="1">
              <a:off x="8024239" y="2973626"/>
              <a:ext cx="2141775" cy="3923144"/>
            </a:xfrm>
            <a:custGeom>
              <a:avLst/>
              <a:gdLst>
                <a:gd name="connsiteX0" fmla="*/ 452236 w 2914469"/>
                <a:gd name="connsiteY0" fmla="*/ 4744449 h 5470974"/>
                <a:gd name="connsiteX1" fmla="*/ 8891 w 2914469"/>
                <a:gd name="connsiteY1" fmla="*/ 2749394 h 5470974"/>
                <a:gd name="connsiteX2" fmla="*/ 175146 w 2914469"/>
                <a:gd name="connsiteY2" fmla="*/ 1211540 h 5470974"/>
                <a:gd name="connsiteX3" fmla="*/ 410673 w 2914469"/>
                <a:gd name="connsiteY3" fmla="*/ 394122 h 5470974"/>
                <a:gd name="connsiteX4" fmla="*/ 1186527 w 2914469"/>
                <a:gd name="connsiteY4" fmla="*/ 6194 h 5470974"/>
                <a:gd name="connsiteX5" fmla="*/ 2142491 w 2914469"/>
                <a:gd name="connsiteY5" fmla="*/ 269431 h 5470974"/>
                <a:gd name="connsiteX6" fmla="*/ 2447291 w 2914469"/>
                <a:gd name="connsiteY6" fmla="*/ 1599467 h 5470974"/>
                <a:gd name="connsiteX7" fmla="*/ 1990091 w 2914469"/>
                <a:gd name="connsiteY7" fmla="*/ 2610849 h 5470974"/>
                <a:gd name="connsiteX8" fmla="*/ 1809982 w 2914469"/>
                <a:gd name="connsiteY8" fmla="*/ 3622231 h 5470974"/>
                <a:gd name="connsiteX9" fmla="*/ 2655109 w 2914469"/>
                <a:gd name="connsiteY9" fmla="*/ 4522776 h 5470974"/>
                <a:gd name="connsiteX10" fmla="*/ 2890636 w 2914469"/>
                <a:gd name="connsiteY10" fmla="*/ 5049249 h 5470974"/>
                <a:gd name="connsiteX11" fmla="*/ 2170200 w 2914469"/>
                <a:gd name="connsiteY11" fmla="*/ 5423322 h 5470974"/>
                <a:gd name="connsiteX12" fmla="*/ 729327 w 2914469"/>
                <a:gd name="connsiteY12" fmla="*/ 5395613 h 5470974"/>
                <a:gd name="connsiteX13" fmla="*/ 452236 w 2914469"/>
                <a:gd name="connsiteY13" fmla="*/ 4744449 h 5470974"/>
                <a:gd name="connsiteX0" fmla="*/ 452236 w 2733397"/>
                <a:gd name="connsiteY0" fmla="*/ 4744449 h 5470974"/>
                <a:gd name="connsiteX1" fmla="*/ 8891 w 2733397"/>
                <a:gd name="connsiteY1" fmla="*/ 2749394 h 5470974"/>
                <a:gd name="connsiteX2" fmla="*/ 175146 w 2733397"/>
                <a:gd name="connsiteY2" fmla="*/ 1211540 h 5470974"/>
                <a:gd name="connsiteX3" fmla="*/ 410673 w 2733397"/>
                <a:gd name="connsiteY3" fmla="*/ 394122 h 5470974"/>
                <a:gd name="connsiteX4" fmla="*/ 1186527 w 2733397"/>
                <a:gd name="connsiteY4" fmla="*/ 6194 h 5470974"/>
                <a:gd name="connsiteX5" fmla="*/ 2142491 w 2733397"/>
                <a:gd name="connsiteY5" fmla="*/ 269431 h 5470974"/>
                <a:gd name="connsiteX6" fmla="*/ 2447291 w 2733397"/>
                <a:gd name="connsiteY6" fmla="*/ 1599467 h 5470974"/>
                <a:gd name="connsiteX7" fmla="*/ 1990091 w 2733397"/>
                <a:gd name="connsiteY7" fmla="*/ 2610849 h 5470974"/>
                <a:gd name="connsiteX8" fmla="*/ 1809982 w 2733397"/>
                <a:gd name="connsiteY8" fmla="*/ 3622231 h 5470974"/>
                <a:gd name="connsiteX9" fmla="*/ 2655109 w 2733397"/>
                <a:gd name="connsiteY9" fmla="*/ 4522776 h 5470974"/>
                <a:gd name="connsiteX10" fmla="*/ 2641254 w 2733397"/>
                <a:gd name="connsiteY10" fmla="*/ 5146231 h 5470974"/>
                <a:gd name="connsiteX11" fmla="*/ 2170200 w 2733397"/>
                <a:gd name="connsiteY11" fmla="*/ 5423322 h 5470974"/>
                <a:gd name="connsiteX12" fmla="*/ 729327 w 2733397"/>
                <a:gd name="connsiteY12" fmla="*/ 5395613 h 5470974"/>
                <a:gd name="connsiteX13" fmla="*/ 452236 w 2733397"/>
                <a:gd name="connsiteY13" fmla="*/ 4744449 h 5470974"/>
                <a:gd name="connsiteX0" fmla="*/ 452236 w 2662490"/>
                <a:gd name="connsiteY0" fmla="*/ 4744449 h 5470974"/>
                <a:gd name="connsiteX1" fmla="*/ 8891 w 2662490"/>
                <a:gd name="connsiteY1" fmla="*/ 2749394 h 5470974"/>
                <a:gd name="connsiteX2" fmla="*/ 175146 w 2662490"/>
                <a:gd name="connsiteY2" fmla="*/ 1211540 h 5470974"/>
                <a:gd name="connsiteX3" fmla="*/ 410673 w 2662490"/>
                <a:gd name="connsiteY3" fmla="*/ 394122 h 5470974"/>
                <a:gd name="connsiteX4" fmla="*/ 1186527 w 2662490"/>
                <a:gd name="connsiteY4" fmla="*/ 6194 h 5470974"/>
                <a:gd name="connsiteX5" fmla="*/ 2142491 w 2662490"/>
                <a:gd name="connsiteY5" fmla="*/ 269431 h 5470974"/>
                <a:gd name="connsiteX6" fmla="*/ 2447291 w 2662490"/>
                <a:gd name="connsiteY6" fmla="*/ 1599467 h 5470974"/>
                <a:gd name="connsiteX7" fmla="*/ 1990091 w 2662490"/>
                <a:gd name="connsiteY7" fmla="*/ 2610849 h 5470974"/>
                <a:gd name="connsiteX8" fmla="*/ 1809982 w 2662490"/>
                <a:gd name="connsiteY8" fmla="*/ 3622231 h 5470974"/>
                <a:gd name="connsiteX9" fmla="*/ 2502709 w 2662490"/>
                <a:gd name="connsiteY9" fmla="*/ 4508922 h 5470974"/>
                <a:gd name="connsiteX10" fmla="*/ 2641254 w 2662490"/>
                <a:gd name="connsiteY10" fmla="*/ 5146231 h 5470974"/>
                <a:gd name="connsiteX11" fmla="*/ 2170200 w 2662490"/>
                <a:gd name="connsiteY11" fmla="*/ 5423322 h 5470974"/>
                <a:gd name="connsiteX12" fmla="*/ 729327 w 2662490"/>
                <a:gd name="connsiteY12" fmla="*/ 5395613 h 5470974"/>
                <a:gd name="connsiteX13" fmla="*/ 452236 w 2662490"/>
                <a:gd name="connsiteY13" fmla="*/ 4744449 h 5470974"/>
                <a:gd name="connsiteX0" fmla="*/ 452236 w 2628430"/>
                <a:gd name="connsiteY0" fmla="*/ 4744449 h 5470974"/>
                <a:gd name="connsiteX1" fmla="*/ 8891 w 2628430"/>
                <a:gd name="connsiteY1" fmla="*/ 2749394 h 5470974"/>
                <a:gd name="connsiteX2" fmla="*/ 175146 w 2628430"/>
                <a:gd name="connsiteY2" fmla="*/ 1211540 h 5470974"/>
                <a:gd name="connsiteX3" fmla="*/ 410673 w 2628430"/>
                <a:gd name="connsiteY3" fmla="*/ 394122 h 5470974"/>
                <a:gd name="connsiteX4" fmla="*/ 1186527 w 2628430"/>
                <a:gd name="connsiteY4" fmla="*/ 6194 h 5470974"/>
                <a:gd name="connsiteX5" fmla="*/ 2142491 w 2628430"/>
                <a:gd name="connsiteY5" fmla="*/ 269431 h 5470974"/>
                <a:gd name="connsiteX6" fmla="*/ 2447291 w 2628430"/>
                <a:gd name="connsiteY6" fmla="*/ 1599467 h 5470974"/>
                <a:gd name="connsiteX7" fmla="*/ 1990091 w 2628430"/>
                <a:gd name="connsiteY7" fmla="*/ 2610849 h 5470974"/>
                <a:gd name="connsiteX8" fmla="*/ 1809982 w 2628430"/>
                <a:gd name="connsiteY8" fmla="*/ 3622231 h 5470974"/>
                <a:gd name="connsiteX9" fmla="*/ 2502709 w 2628430"/>
                <a:gd name="connsiteY9" fmla="*/ 4508922 h 5470974"/>
                <a:gd name="connsiteX10" fmla="*/ 2599690 w 2628430"/>
                <a:gd name="connsiteY10" fmla="*/ 5132377 h 5470974"/>
                <a:gd name="connsiteX11" fmla="*/ 2170200 w 2628430"/>
                <a:gd name="connsiteY11" fmla="*/ 5423322 h 5470974"/>
                <a:gd name="connsiteX12" fmla="*/ 729327 w 2628430"/>
                <a:gd name="connsiteY12" fmla="*/ 5395613 h 5470974"/>
                <a:gd name="connsiteX13" fmla="*/ 452236 w 2628430"/>
                <a:gd name="connsiteY13" fmla="*/ 4744449 h 5470974"/>
                <a:gd name="connsiteX0" fmla="*/ 452236 w 2628430"/>
                <a:gd name="connsiteY0" fmla="*/ 4744449 h 5464715"/>
                <a:gd name="connsiteX1" fmla="*/ 8891 w 2628430"/>
                <a:gd name="connsiteY1" fmla="*/ 2749394 h 5464715"/>
                <a:gd name="connsiteX2" fmla="*/ 175146 w 2628430"/>
                <a:gd name="connsiteY2" fmla="*/ 1211540 h 5464715"/>
                <a:gd name="connsiteX3" fmla="*/ 410673 w 2628430"/>
                <a:gd name="connsiteY3" fmla="*/ 394122 h 5464715"/>
                <a:gd name="connsiteX4" fmla="*/ 1186527 w 2628430"/>
                <a:gd name="connsiteY4" fmla="*/ 6194 h 5464715"/>
                <a:gd name="connsiteX5" fmla="*/ 2142491 w 2628430"/>
                <a:gd name="connsiteY5" fmla="*/ 269431 h 5464715"/>
                <a:gd name="connsiteX6" fmla="*/ 2447291 w 2628430"/>
                <a:gd name="connsiteY6" fmla="*/ 1599467 h 5464715"/>
                <a:gd name="connsiteX7" fmla="*/ 1990091 w 2628430"/>
                <a:gd name="connsiteY7" fmla="*/ 2610849 h 5464715"/>
                <a:gd name="connsiteX8" fmla="*/ 1809982 w 2628430"/>
                <a:gd name="connsiteY8" fmla="*/ 3622231 h 5464715"/>
                <a:gd name="connsiteX9" fmla="*/ 2502709 w 2628430"/>
                <a:gd name="connsiteY9" fmla="*/ 4508922 h 5464715"/>
                <a:gd name="connsiteX10" fmla="*/ 2599690 w 2628430"/>
                <a:gd name="connsiteY10" fmla="*/ 5132377 h 5464715"/>
                <a:gd name="connsiteX11" fmla="*/ 2170200 w 2628430"/>
                <a:gd name="connsiteY11" fmla="*/ 5423322 h 5464715"/>
                <a:gd name="connsiteX12" fmla="*/ 895581 w 2628430"/>
                <a:gd name="connsiteY12" fmla="*/ 5381759 h 5464715"/>
                <a:gd name="connsiteX13" fmla="*/ 452236 w 2628430"/>
                <a:gd name="connsiteY13" fmla="*/ 4744449 h 5464715"/>
                <a:gd name="connsiteX0" fmla="*/ 281453 w 2457647"/>
                <a:gd name="connsiteY0" fmla="*/ 4744449 h 5464715"/>
                <a:gd name="connsiteX1" fmla="*/ 101345 w 2457647"/>
                <a:gd name="connsiteY1" fmla="*/ 2790958 h 5464715"/>
                <a:gd name="connsiteX2" fmla="*/ 4363 w 2457647"/>
                <a:gd name="connsiteY2" fmla="*/ 1211540 h 5464715"/>
                <a:gd name="connsiteX3" fmla="*/ 239890 w 2457647"/>
                <a:gd name="connsiteY3" fmla="*/ 394122 h 5464715"/>
                <a:gd name="connsiteX4" fmla="*/ 1015744 w 2457647"/>
                <a:gd name="connsiteY4" fmla="*/ 6194 h 5464715"/>
                <a:gd name="connsiteX5" fmla="*/ 1971708 w 2457647"/>
                <a:gd name="connsiteY5" fmla="*/ 269431 h 5464715"/>
                <a:gd name="connsiteX6" fmla="*/ 2276508 w 2457647"/>
                <a:gd name="connsiteY6" fmla="*/ 1599467 h 5464715"/>
                <a:gd name="connsiteX7" fmla="*/ 1819308 w 2457647"/>
                <a:gd name="connsiteY7" fmla="*/ 2610849 h 5464715"/>
                <a:gd name="connsiteX8" fmla="*/ 1639199 w 2457647"/>
                <a:gd name="connsiteY8" fmla="*/ 3622231 h 5464715"/>
                <a:gd name="connsiteX9" fmla="*/ 2331926 w 2457647"/>
                <a:gd name="connsiteY9" fmla="*/ 4508922 h 5464715"/>
                <a:gd name="connsiteX10" fmla="*/ 2428907 w 2457647"/>
                <a:gd name="connsiteY10" fmla="*/ 5132377 h 5464715"/>
                <a:gd name="connsiteX11" fmla="*/ 1999417 w 2457647"/>
                <a:gd name="connsiteY11" fmla="*/ 5423322 h 5464715"/>
                <a:gd name="connsiteX12" fmla="*/ 724798 w 2457647"/>
                <a:gd name="connsiteY12" fmla="*/ 5381759 h 5464715"/>
                <a:gd name="connsiteX13" fmla="*/ 281453 w 2457647"/>
                <a:gd name="connsiteY13" fmla="*/ 4744449 h 5464715"/>
                <a:gd name="connsiteX0" fmla="*/ 182997 w 2359191"/>
                <a:gd name="connsiteY0" fmla="*/ 4744449 h 5464715"/>
                <a:gd name="connsiteX1" fmla="*/ 2889 w 2359191"/>
                <a:gd name="connsiteY1" fmla="*/ 2790958 h 5464715"/>
                <a:gd name="connsiteX2" fmla="*/ 141434 w 2359191"/>
                <a:gd name="connsiteY2" fmla="*/ 394122 h 5464715"/>
                <a:gd name="connsiteX3" fmla="*/ 917288 w 2359191"/>
                <a:gd name="connsiteY3" fmla="*/ 6194 h 5464715"/>
                <a:gd name="connsiteX4" fmla="*/ 1873252 w 2359191"/>
                <a:gd name="connsiteY4" fmla="*/ 269431 h 5464715"/>
                <a:gd name="connsiteX5" fmla="*/ 2178052 w 2359191"/>
                <a:gd name="connsiteY5" fmla="*/ 1599467 h 5464715"/>
                <a:gd name="connsiteX6" fmla="*/ 1720852 w 2359191"/>
                <a:gd name="connsiteY6" fmla="*/ 2610849 h 5464715"/>
                <a:gd name="connsiteX7" fmla="*/ 1540743 w 2359191"/>
                <a:gd name="connsiteY7" fmla="*/ 3622231 h 5464715"/>
                <a:gd name="connsiteX8" fmla="*/ 2233470 w 2359191"/>
                <a:gd name="connsiteY8" fmla="*/ 4508922 h 5464715"/>
                <a:gd name="connsiteX9" fmla="*/ 2330451 w 2359191"/>
                <a:gd name="connsiteY9" fmla="*/ 5132377 h 5464715"/>
                <a:gd name="connsiteX10" fmla="*/ 1900961 w 2359191"/>
                <a:gd name="connsiteY10" fmla="*/ 5423322 h 5464715"/>
                <a:gd name="connsiteX11" fmla="*/ 626342 w 2359191"/>
                <a:gd name="connsiteY11" fmla="*/ 5381759 h 5464715"/>
                <a:gd name="connsiteX12" fmla="*/ 182997 w 2359191"/>
                <a:gd name="connsiteY12" fmla="*/ 4744449 h 5464715"/>
                <a:gd name="connsiteX0" fmla="*/ 180110 w 2356304"/>
                <a:gd name="connsiteY0" fmla="*/ 4785805 h 5506071"/>
                <a:gd name="connsiteX1" fmla="*/ 2 w 2356304"/>
                <a:gd name="connsiteY1" fmla="*/ 2832314 h 5506071"/>
                <a:gd name="connsiteX2" fmla="*/ 182207 w 2356304"/>
                <a:gd name="connsiteY2" fmla="*/ 1038518 h 5506071"/>
                <a:gd name="connsiteX3" fmla="*/ 914401 w 2356304"/>
                <a:gd name="connsiteY3" fmla="*/ 47550 h 5506071"/>
                <a:gd name="connsiteX4" fmla="*/ 1870365 w 2356304"/>
                <a:gd name="connsiteY4" fmla="*/ 310787 h 5506071"/>
                <a:gd name="connsiteX5" fmla="*/ 2175165 w 2356304"/>
                <a:gd name="connsiteY5" fmla="*/ 1640823 h 5506071"/>
                <a:gd name="connsiteX6" fmla="*/ 1717965 w 2356304"/>
                <a:gd name="connsiteY6" fmla="*/ 2652205 h 5506071"/>
                <a:gd name="connsiteX7" fmla="*/ 1537856 w 2356304"/>
                <a:gd name="connsiteY7" fmla="*/ 3663587 h 5506071"/>
                <a:gd name="connsiteX8" fmla="*/ 2230583 w 2356304"/>
                <a:gd name="connsiteY8" fmla="*/ 4550278 h 5506071"/>
                <a:gd name="connsiteX9" fmla="*/ 2327564 w 2356304"/>
                <a:gd name="connsiteY9" fmla="*/ 5173733 h 5506071"/>
                <a:gd name="connsiteX10" fmla="*/ 1898074 w 2356304"/>
                <a:gd name="connsiteY10" fmla="*/ 5464678 h 5506071"/>
                <a:gd name="connsiteX11" fmla="*/ 623455 w 2356304"/>
                <a:gd name="connsiteY11" fmla="*/ 5423115 h 5506071"/>
                <a:gd name="connsiteX12" fmla="*/ 180110 w 2356304"/>
                <a:gd name="connsiteY12" fmla="*/ 4785805 h 5506071"/>
                <a:gd name="connsiteX0" fmla="*/ 181079 w 2357273"/>
                <a:gd name="connsiteY0" fmla="*/ 4796399 h 5516665"/>
                <a:gd name="connsiteX1" fmla="*/ 971 w 2357273"/>
                <a:gd name="connsiteY1" fmla="*/ 2842908 h 5516665"/>
                <a:gd name="connsiteX2" fmla="*/ 248289 w 2357273"/>
                <a:gd name="connsiteY2" fmla="*/ 1196366 h 5516665"/>
                <a:gd name="connsiteX3" fmla="*/ 915370 w 2357273"/>
                <a:gd name="connsiteY3" fmla="*/ 58144 h 5516665"/>
                <a:gd name="connsiteX4" fmla="*/ 1871334 w 2357273"/>
                <a:gd name="connsiteY4" fmla="*/ 321381 h 5516665"/>
                <a:gd name="connsiteX5" fmla="*/ 2176134 w 2357273"/>
                <a:gd name="connsiteY5" fmla="*/ 1651417 h 5516665"/>
                <a:gd name="connsiteX6" fmla="*/ 1718934 w 2357273"/>
                <a:gd name="connsiteY6" fmla="*/ 2662799 h 5516665"/>
                <a:gd name="connsiteX7" fmla="*/ 1538825 w 2357273"/>
                <a:gd name="connsiteY7" fmla="*/ 3674181 h 5516665"/>
                <a:gd name="connsiteX8" fmla="*/ 2231552 w 2357273"/>
                <a:gd name="connsiteY8" fmla="*/ 4560872 h 5516665"/>
                <a:gd name="connsiteX9" fmla="*/ 2328533 w 2357273"/>
                <a:gd name="connsiteY9" fmla="*/ 5184327 h 5516665"/>
                <a:gd name="connsiteX10" fmla="*/ 1899043 w 2357273"/>
                <a:gd name="connsiteY10" fmla="*/ 5475272 h 5516665"/>
                <a:gd name="connsiteX11" fmla="*/ 624424 w 2357273"/>
                <a:gd name="connsiteY11" fmla="*/ 5433709 h 5516665"/>
                <a:gd name="connsiteX12" fmla="*/ 181079 w 2357273"/>
                <a:gd name="connsiteY12" fmla="*/ 4796399 h 5516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57273" h="5516665">
                  <a:moveTo>
                    <a:pt x="181079" y="4796399"/>
                  </a:moveTo>
                  <a:cubicBezTo>
                    <a:pt x="77170" y="4364599"/>
                    <a:pt x="-10231" y="3442913"/>
                    <a:pt x="971" y="2842908"/>
                  </a:cubicBezTo>
                  <a:cubicBezTo>
                    <a:pt x="12173" y="2242903"/>
                    <a:pt x="95889" y="1660493"/>
                    <a:pt x="248289" y="1196366"/>
                  </a:cubicBezTo>
                  <a:cubicBezTo>
                    <a:pt x="400689" y="732239"/>
                    <a:pt x="644863" y="203975"/>
                    <a:pt x="915370" y="58144"/>
                  </a:cubicBezTo>
                  <a:cubicBezTo>
                    <a:pt x="1185878" y="-87687"/>
                    <a:pt x="1661207" y="55836"/>
                    <a:pt x="1871334" y="321381"/>
                  </a:cubicBezTo>
                  <a:cubicBezTo>
                    <a:pt x="2081461" y="586926"/>
                    <a:pt x="2201534" y="1261181"/>
                    <a:pt x="2176134" y="1651417"/>
                  </a:cubicBezTo>
                  <a:cubicBezTo>
                    <a:pt x="2150734" y="2041653"/>
                    <a:pt x="1825152" y="2325672"/>
                    <a:pt x="1718934" y="2662799"/>
                  </a:cubicBezTo>
                  <a:cubicBezTo>
                    <a:pt x="1612716" y="2999926"/>
                    <a:pt x="1453389" y="3357836"/>
                    <a:pt x="1538825" y="3674181"/>
                  </a:cubicBezTo>
                  <a:cubicBezTo>
                    <a:pt x="1624261" y="3990527"/>
                    <a:pt x="2099934" y="4309181"/>
                    <a:pt x="2231552" y="4560872"/>
                  </a:cubicBezTo>
                  <a:cubicBezTo>
                    <a:pt x="2363170" y="4812563"/>
                    <a:pt x="2383951" y="5031927"/>
                    <a:pt x="2328533" y="5184327"/>
                  </a:cubicBezTo>
                  <a:cubicBezTo>
                    <a:pt x="2273115" y="5336727"/>
                    <a:pt x="2259261" y="5417545"/>
                    <a:pt x="1899043" y="5475272"/>
                  </a:cubicBezTo>
                  <a:cubicBezTo>
                    <a:pt x="1538825" y="5532999"/>
                    <a:pt x="908442" y="5539927"/>
                    <a:pt x="624424" y="5433709"/>
                  </a:cubicBezTo>
                  <a:cubicBezTo>
                    <a:pt x="340406" y="5327491"/>
                    <a:pt x="284988" y="5228199"/>
                    <a:pt x="181079" y="479639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078A9A5E-2DEC-E6FB-562A-76351416E924}"/>
                </a:ext>
              </a:extLst>
            </p:cNvPr>
            <p:cNvSpPr/>
            <p:nvPr/>
          </p:nvSpPr>
          <p:spPr>
            <a:xfrm rot="10800000">
              <a:off x="9506781" y="1985356"/>
              <a:ext cx="609600" cy="89356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2BF75779-2420-A8A0-A1CE-574C8DA04F3E}"/>
                </a:ext>
              </a:extLst>
            </p:cNvPr>
            <p:cNvSpPr/>
            <p:nvPr/>
          </p:nvSpPr>
          <p:spPr>
            <a:xfrm rot="10800000">
              <a:off x="9107731" y="2190964"/>
              <a:ext cx="274361" cy="5486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D232BF9-A61E-6FE6-AFEB-864DF714C664}"/>
                </a:ext>
              </a:extLst>
            </p:cNvPr>
            <p:cNvSpPr/>
            <p:nvPr/>
          </p:nvSpPr>
          <p:spPr>
            <a:xfrm rot="10800000">
              <a:off x="8741529" y="2282404"/>
              <a:ext cx="274361" cy="5486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2532D689-2D47-D7C0-C006-8CF49CC29A00}"/>
                </a:ext>
              </a:extLst>
            </p:cNvPr>
            <p:cNvSpPr/>
            <p:nvPr/>
          </p:nvSpPr>
          <p:spPr>
            <a:xfrm rot="10800000">
              <a:off x="8392434" y="2393906"/>
              <a:ext cx="274361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E7C888A7-2FD0-534C-5672-F7F4BB74C23B}"/>
                </a:ext>
              </a:extLst>
            </p:cNvPr>
            <p:cNvSpPr/>
            <p:nvPr/>
          </p:nvSpPr>
          <p:spPr>
            <a:xfrm rot="10800000">
              <a:off x="8040832" y="2648164"/>
              <a:ext cx="274361" cy="365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BD59735-D1C2-D798-F46F-8ED89ACF9F24}"/>
              </a:ext>
            </a:extLst>
          </p:cNvPr>
          <p:cNvGrpSpPr/>
          <p:nvPr/>
        </p:nvGrpSpPr>
        <p:grpSpPr>
          <a:xfrm rot="4881240">
            <a:off x="1980913" y="4636904"/>
            <a:ext cx="230767" cy="527018"/>
            <a:chOff x="8668623" y="1008139"/>
            <a:chExt cx="2146049" cy="4901076"/>
          </a:xfrm>
        </p:grpSpPr>
        <p:sp>
          <p:nvSpPr>
            <p:cNvPr id="45" name="Freeform 4">
              <a:extLst>
                <a:ext uri="{FF2B5EF4-FFF2-40B4-BE49-F238E27FC236}">
                  <a16:creationId xmlns:a16="http://schemas.microsoft.com/office/drawing/2014/main" id="{3BB5D085-684E-0C7C-8EE8-67E8B5AACE4C}"/>
                </a:ext>
              </a:extLst>
            </p:cNvPr>
            <p:cNvSpPr/>
            <p:nvPr/>
          </p:nvSpPr>
          <p:spPr>
            <a:xfrm rot="10984993">
              <a:off x="8668623" y="1996245"/>
              <a:ext cx="2140997" cy="3912970"/>
            </a:xfrm>
            <a:custGeom>
              <a:avLst/>
              <a:gdLst>
                <a:gd name="connsiteX0" fmla="*/ 452236 w 2914469"/>
                <a:gd name="connsiteY0" fmla="*/ 4744449 h 5470974"/>
                <a:gd name="connsiteX1" fmla="*/ 8891 w 2914469"/>
                <a:gd name="connsiteY1" fmla="*/ 2749394 h 5470974"/>
                <a:gd name="connsiteX2" fmla="*/ 175146 w 2914469"/>
                <a:gd name="connsiteY2" fmla="*/ 1211540 h 5470974"/>
                <a:gd name="connsiteX3" fmla="*/ 410673 w 2914469"/>
                <a:gd name="connsiteY3" fmla="*/ 394122 h 5470974"/>
                <a:gd name="connsiteX4" fmla="*/ 1186527 w 2914469"/>
                <a:gd name="connsiteY4" fmla="*/ 6194 h 5470974"/>
                <a:gd name="connsiteX5" fmla="*/ 2142491 w 2914469"/>
                <a:gd name="connsiteY5" fmla="*/ 269431 h 5470974"/>
                <a:gd name="connsiteX6" fmla="*/ 2447291 w 2914469"/>
                <a:gd name="connsiteY6" fmla="*/ 1599467 h 5470974"/>
                <a:gd name="connsiteX7" fmla="*/ 1990091 w 2914469"/>
                <a:gd name="connsiteY7" fmla="*/ 2610849 h 5470974"/>
                <a:gd name="connsiteX8" fmla="*/ 1809982 w 2914469"/>
                <a:gd name="connsiteY8" fmla="*/ 3622231 h 5470974"/>
                <a:gd name="connsiteX9" fmla="*/ 2655109 w 2914469"/>
                <a:gd name="connsiteY9" fmla="*/ 4522776 h 5470974"/>
                <a:gd name="connsiteX10" fmla="*/ 2890636 w 2914469"/>
                <a:gd name="connsiteY10" fmla="*/ 5049249 h 5470974"/>
                <a:gd name="connsiteX11" fmla="*/ 2170200 w 2914469"/>
                <a:gd name="connsiteY11" fmla="*/ 5423322 h 5470974"/>
                <a:gd name="connsiteX12" fmla="*/ 729327 w 2914469"/>
                <a:gd name="connsiteY12" fmla="*/ 5395613 h 5470974"/>
                <a:gd name="connsiteX13" fmla="*/ 452236 w 2914469"/>
                <a:gd name="connsiteY13" fmla="*/ 4744449 h 5470974"/>
                <a:gd name="connsiteX0" fmla="*/ 452236 w 2733397"/>
                <a:gd name="connsiteY0" fmla="*/ 4744449 h 5470974"/>
                <a:gd name="connsiteX1" fmla="*/ 8891 w 2733397"/>
                <a:gd name="connsiteY1" fmla="*/ 2749394 h 5470974"/>
                <a:gd name="connsiteX2" fmla="*/ 175146 w 2733397"/>
                <a:gd name="connsiteY2" fmla="*/ 1211540 h 5470974"/>
                <a:gd name="connsiteX3" fmla="*/ 410673 w 2733397"/>
                <a:gd name="connsiteY3" fmla="*/ 394122 h 5470974"/>
                <a:gd name="connsiteX4" fmla="*/ 1186527 w 2733397"/>
                <a:gd name="connsiteY4" fmla="*/ 6194 h 5470974"/>
                <a:gd name="connsiteX5" fmla="*/ 2142491 w 2733397"/>
                <a:gd name="connsiteY5" fmla="*/ 269431 h 5470974"/>
                <a:gd name="connsiteX6" fmla="*/ 2447291 w 2733397"/>
                <a:gd name="connsiteY6" fmla="*/ 1599467 h 5470974"/>
                <a:gd name="connsiteX7" fmla="*/ 1990091 w 2733397"/>
                <a:gd name="connsiteY7" fmla="*/ 2610849 h 5470974"/>
                <a:gd name="connsiteX8" fmla="*/ 1809982 w 2733397"/>
                <a:gd name="connsiteY8" fmla="*/ 3622231 h 5470974"/>
                <a:gd name="connsiteX9" fmla="*/ 2655109 w 2733397"/>
                <a:gd name="connsiteY9" fmla="*/ 4522776 h 5470974"/>
                <a:gd name="connsiteX10" fmla="*/ 2641254 w 2733397"/>
                <a:gd name="connsiteY10" fmla="*/ 5146231 h 5470974"/>
                <a:gd name="connsiteX11" fmla="*/ 2170200 w 2733397"/>
                <a:gd name="connsiteY11" fmla="*/ 5423322 h 5470974"/>
                <a:gd name="connsiteX12" fmla="*/ 729327 w 2733397"/>
                <a:gd name="connsiteY12" fmla="*/ 5395613 h 5470974"/>
                <a:gd name="connsiteX13" fmla="*/ 452236 w 2733397"/>
                <a:gd name="connsiteY13" fmla="*/ 4744449 h 5470974"/>
                <a:gd name="connsiteX0" fmla="*/ 452236 w 2662490"/>
                <a:gd name="connsiteY0" fmla="*/ 4744449 h 5470974"/>
                <a:gd name="connsiteX1" fmla="*/ 8891 w 2662490"/>
                <a:gd name="connsiteY1" fmla="*/ 2749394 h 5470974"/>
                <a:gd name="connsiteX2" fmla="*/ 175146 w 2662490"/>
                <a:gd name="connsiteY2" fmla="*/ 1211540 h 5470974"/>
                <a:gd name="connsiteX3" fmla="*/ 410673 w 2662490"/>
                <a:gd name="connsiteY3" fmla="*/ 394122 h 5470974"/>
                <a:gd name="connsiteX4" fmla="*/ 1186527 w 2662490"/>
                <a:gd name="connsiteY4" fmla="*/ 6194 h 5470974"/>
                <a:gd name="connsiteX5" fmla="*/ 2142491 w 2662490"/>
                <a:gd name="connsiteY5" fmla="*/ 269431 h 5470974"/>
                <a:gd name="connsiteX6" fmla="*/ 2447291 w 2662490"/>
                <a:gd name="connsiteY6" fmla="*/ 1599467 h 5470974"/>
                <a:gd name="connsiteX7" fmla="*/ 1990091 w 2662490"/>
                <a:gd name="connsiteY7" fmla="*/ 2610849 h 5470974"/>
                <a:gd name="connsiteX8" fmla="*/ 1809982 w 2662490"/>
                <a:gd name="connsiteY8" fmla="*/ 3622231 h 5470974"/>
                <a:gd name="connsiteX9" fmla="*/ 2502709 w 2662490"/>
                <a:gd name="connsiteY9" fmla="*/ 4508922 h 5470974"/>
                <a:gd name="connsiteX10" fmla="*/ 2641254 w 2662490"/>
                <a:gd name="connsiteY10" fmla="*/ 5146231 h 5470974"/>
                <a:gd name="connsiteX11" fmla="*/ 2170200 w 2662490"/>
                <a:gd name="connsiteY11" fmla="*/ 5423322 h 5470974"/>
                <a:gd name="connsiteX12" fmla="*/ 729327 w 2662490"/>
                <a:gd name="connsiteY12" fmla="*/ 5395613 h 5470974"/>
                <a:gd name="connsiteX13" fmla="*/ 452236 w 2662490"/>
                <a:gd name="connsiteY13" fmla="*/ 4744449 h 5470974"/>
                <a:gd name="connsiteX0" fmla="*/ 452236 w 2628430"/>
                <a:gd name="connsiteY0" fmla="*/ 4744449 h 5470974"/>
                <a:gd name="connsiteX1" fmla="*/ 8891 w 2628430"/>
                <a:gd name="connsiteY1" fmla="*/ 2749394 h 5470974"/>
                <a:gd name="connsiteX2" fmla="*/ 175146 w 2628430"/>
                <a:gd name="connsiteY2" fmla="*/ 1211540 h 5470974"/>
                <a:gd name="connsiteX3" fmla="*/ 410673 w 2628430"/>
                <a:gd name="connsiteY3" fmla="*/ 394122 h 5470974"/>
                <a:gd name="connsiteX4" fmla="*/ 1186527 w 2628430"/>
                <a:gd name="connsiteY4" fmla="*/ 6194 h 5470974"/>
                <a:gd name="connsiteX5" fmla="*/ 2142491 w 2628430"/>
                <a:gd name="connsiteY5" fmla="*/ 269431 h 5470974"/>
                <a:gd name="connsiteX6" fmla="*/ 2447291 w 2628430"/>
                <a:gd name="connsiteY6" fmla="*/ 1599467 h 5470974"/>
                <a:gd name="connsiteX7" fmla="*/ 1990091 w 2628430"/>
                <a:gd name="connsiteY7" fmla="*/ 2610849 h 5470974"/>
                <a:gd name="connsiteX8" fmla="*/ 1809982 w 2628430"/>
                <a:gd name="connsiteY8" fmla="*/ 3622231 h 5470974"/>
                <a:gd name="connsiteX9" fmla="*/ 2502709 w 2628430"/>
                <a:gd name="connsiteY9" fmla="*/ 4508922 h 5470974"/>
                <a:gd name="connsiteX10" fmla="*/ 2599690 w 2628430"/>
                <a:gd name="connsiteY10" fmla="*/ 5132377 h 5470974"/>
                <a:gd name="connsiteX11" fmla="*/ 2170200 w 2628430"/>
                <a:gd name="connsiteY11" fmla="*/ 5423322 h 5470974"/>
                <a:gd name="connsiteX12" fmla="*/ 729327 w 2628430"/>
                <a:gd name="connsiteY12" fmla="*/ 5395613 h 5470974"/>
                <a:gd name="connsiteX13" fmla="*/ 452236 w 2628430"/>
                <a:gd name="connsiteY13" fmla="*/ 4744449 h 5470974"/>
                <a:gd name="connsiteX0" fmla="*/ 452236 w 2628430"/>
                <a:gd name="connsiteY0" fmla="*/ 4744449 h 5464715"/>
                <a:gd name="connsiteX1" fmla="*/ 8891 w 2628430"/>
                <a:gd name="connsiteY1" fmla="*/ 2749394 h 5464715"/>
                <a:gd name="connsiteX2" fmla="*/ 175146 w 2628430"/>
                <a:gd name="connsiteY2" fmla="*/ 1211540 h 5464715"/>
                <a:gd name="connsiteX3" fmla="*/ 410673 w 2628430"/>
                <a:gd name="connsiteY3" fmla="*/ 394122 h 5464715"/>
                <a:gd name="connsiteX4" fmla="*/ 1186527 w 2628430"/>
                <a:gd name="connsiteY4" fmla="*/ 6194 h 5464715"/>
                <a:gd name="connsiteX5" fmla="*/ 2142491 w 2628430"/>
                <a:gd name="connsiteY5" fmla="*/ 269431 h 5464715"/>
                <a:gd name="connsiteX6" fmla="*/ 2447291 w 2628430"/>
                <a:gd name="connsiteY6" fmla="*/ 1599467 h 5464715"/>
                <a:gd name="connsiteX7" fmla="*/ 1990091 w 2628430"/>
                <a:gd name="connsiteY7" fmla="*/ 2610849 h 5464715"/>
                <a:gd name="connsiteX8" fmla="*/ 1809982 w 2628430"/>
                <a:gd name="connsiteY8" fmla="*/ 3622231 h 5464715"/>
                <a:gd name="connsiteX9" fmla="*/ 2502709 w 2628430"/>
                <a:gd name="connsiteY9" fmla="*/ 4508922 h 5464715"/>
                <a:gd name="connsiteX10" fmla="*/ 2599690 w 2628430"/>
                <a:gd name="connsiteY10" fmla="*/ 5132377 h 5464715"/>
                <a:gd name="connsiteX11" fmla="*/ 2170200 w 2628430"/>
                <a:gd name="connsiteY11" fmla="*/ 5423322 h 5464715"/>
                <a:gd name="connsiteX12" fmla="*/ 895581 w 2628430"/>
                <a:gd name="connsiteY12" fmla="*/ 5381759 h 5464715"/>
                <a:gd name="connsiteX13" fmla="*/ 452236 w 2628430"/>
                <a:gd name="connsiteY13" fmla="*/ 4744449 h 5464715"/>
                <a:gd name="connsiteX0" fmla="*/ 281453 w 2457647"/>
                <a:gd name="connsiteY0" fmla="*/ 4744449 h 5464715"/>
                <a:gd name="connsiteX1" fmla="*/ 101345 w 2457647"/>
                <a:gd name="connsiteY1" fmla="*/ 2790958 h 5464715"/>
                <a:gd name="connsiteX2" fmla="*/ 4363 w 2457647"/>
                <a:gd name="connsiteY2" fmla="*/ 1211540 h 5464715"/>
                <a:gd name="connsiteX3" fmla="*/ 239890 w 2457647"/>
                <a:gd name="connsiteY3" fmla="*/ 394122 h 5464715"/>
                <a:gd name="connsiteX4" fmla="*/ 1015744 w 2457647"/>
                <a:gd name="connsiteY4" fmla="*/ 6194 h 5464715"/>
                <a:gd name="connsiteX5" fmla="*/ 1971708 w 2457647"/>
                <a:gd name="connsiteY5" fmla="*/ 269431 h 5464715"/>
                <a:gd name="connsiteX6" fmla="*/ 2276508 w 2457647"/>
                <a:gd name="connsiteY6" fmla="*/ 1599467 h 5464715"/>
                <a:gd name="connsiteX7" fmla="*/ 1819308 w 2457647"/>
                <a:gd name="connsiteY7" fmla="*/ 2610849 h 5464715"/>
                <a:gd name="connsiteX8" fmla="*/ 1639199 w 2457647"/>
                <a:gd name="connsiteY8" fmla="*/ 3622231 h 5464715"/>
                <a:gd name="connsiteX9" fmla="*/ 2331926 w 2457647"/>
                <a:gd name="connsiteY9" fmla="*/ 4508922 h 5464715"/>
                <a:gd name="connsiteX10" fmla="*/ 2428907 w 2457647"/>
                <a:gd name="connsiteY10" fmla="*/ 5132377 h 5464715"/>
                <a:gd name="connsiteX11" fmla="*/ 1999417 w 2457647"/>
                <a:gd name="connsiteY11" fmla="*/ 5423322 h 5464715"/>
                <a:gd name="connsiteX12" fmla="*/ 724798 w 2457647"/>
                <a:gd name="connsiteY12" fmla="*/ 5381759 h 5464715"/>
                <a:gd name="connsiteX13" fmla="*/ 281453 w 2457647"/>
                <a:gd name="connsiteY13" fmla="*/ 4744449 h 5464715"/>
                <a:gd name="connsiteX0" fmla="*/ 182997 w 2359191"/>
                <a:gd name="connsiteY0" fmla="*/ 4744449 h 5464715"/>
                <a:gd name="connsiteX1" fmla="*/ 2889 w 2359191"/>
                <a:gd name="connsiteY1" fmla="*/ 2790958 h 5464715"/>
                <a:gd name="connsiteX2" fmla="*/ 141434 w 2359191"/>
                <a:gd name="connsiteY2" fmla="*/ 394122 h 5464715"/>
                <a:gd name="connsiteX3" fmla="*/ 917288 w 2359191"/>
                <a:gd name="connsiteY3" fmla="*/ 6194 h 5464715"/>
                <a:gd name="connsiteX4" fmla="*/ 1873252 w 2359191"/>
                <a:gd name="connsiteY4" fmla="*/ 269431 h 5464715"/>
                <a:gd name="connsiteX5" fmla="*/ 2178052 w 2359191"/>
                <a:gd name="connsiteY5" fmla="*/ 1599467 h 5464715"/>
                <a:gd name="connsiteX6" fmla="*/ 1720852 w 2359191"/>
                <a:gd name="connsiteY6" fmla="*/ 2610849 h 5464715"/>
                <a:gd name="connsiteX7" fmla="*/ 1540743 w 2359191"/>
                <a:gd name="connsiteY7" fmla="*/ 3622231 h 5464715"/>
                <a:gd name="connsiteX8" fmla="*/ 2233470 w 2359191"/>
                <a:gd name="connsiteY8" fmla="*/ 4508922 h 5464715"/>
                <a:gd name="connsiteX9" fmla="*/ 2330451 w 2359191"/>
                <a:gd name="connsiteY9" fmla="*/ 5132377 h 5464715"/>
                <a:gd name="connsiteX10" fmla="*/ 1900961 w 2359191"/>
                <a:gd name="connsiteY10" fmla="*/ 5423322 h 5464715"/>
                <a:gd name="connsiteX11" fmla="*/ 626342 w 2359191"/>
                <a:gd name="connsiteY11" fmla="*/ 5381759 h 5464715"/>
                <a:gd name="connsiteX12" fmla="*/ 182997 w 2359191"/>
                <a:gd name="connsiteY12" fmla="*/ 4744449 h 5464715"/>
                <a:gd name="connsiteX0" fmla="*/ 180222 w 2356416"/>
                <a:gd name="connsiteY0" fmla="*/ 4782093 h 5502359"/>
                <a:gd name="connsiteX1" fmla="*/ 114 w 2356416"/>
                <a:gd name="connsiteY1" fmla="*/ 2828602 h 5502359"/>
                <a:gd name="connsiteX2" fmla="*/ 201419 w 2356416"/>
                <a:gd name="connsiteY2" fmla="*/ 982913 h 5502359"/>
                <a:gd name="connsiteX3" fmla="*/ 914513 w 2356416"/>
                <a:gd name="connsiteY3" fmla="*/ 43838 h 5502359"/>
                <a:gd name="connsiteX4" fmla="*/ 1870477 w 2356416"/>
                <a:gd name="connsiteY4" fmla="*/ 307075 h 5502359"/>
                <a:gd name="connsiteX5" fmla="*/ 2175277 w 2356416"/>
                <a:gd name="connsiteY5" fmla="*/ 1637111 h 5502359"/>
                <a:gd name="connsiteX6" fmla="*/ 1718077 w 2356416"/>
                <a:gd name="connsiteY6" fmla="*/ 2648493 h 5502359"/>
                <a:gd name="connsiteX7" fmla="*/ 1537968 w 2356416"/>
                <a:gd name="connsiteY7" fmla="*/ 3659875 h 5502359"/>
                <a:gd name="connsiteX8" fmla="*/ 2230695 w 2356416"/>
                <a:gd name="connsiteY8" fmla="*/ 4546566 h 5502359"/>
                <a:gd name="connsiteX9" fmla="*/ 2327676 w 2356416"/>
                <a:gd name="connsiteY9" fmla="*/ 5170021 h 5502359"/>
                <a:gd name="connsiteX10" fmla="*/ 1898186 w 2356416"/>
                <a:gd name="connsiteY10" fmla="*/ 5460966 h 5502359"/>
                <a:gd name="connsiteX11" fmla="*/ 623567 w 2356416"/>
                <a:gd name="connsiteY11" fmla="*/ 5419403 h 5502359"/>
                <a:gd name="connsiteX12" fmla="*/ 180222 w 2356416"/>
                <a:gd name="connsiteY12" fmla="*/ 4782093 h 5502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56416" h="5502359">
                  <a:moveTo>
                    <a:pt x="180222" y="4782093"/>
                  </a:moveTo>
                  <a:cubicBezTo>
                    <a:pt x="76313" y="4350293"/>
                    <a:pt x="-3419" y="3461799"/>
                    <a:pt x="114" y="2828602"/>
                  </a:cubicBezTo>
                  <a:cubicBezTo>
                    <a:pt x="3647" y="2195405"/>
                    <a:pt x="49019" y="1447040"/>
                    <a:pt x="201419" y="982913"/>
                  </a:cubicBezTo>
                  <a:cubicBezTo>
                    <a:pt x="353819" y="518786"/>
                    <a:pt x="636337" y="156478"/>
                    <a:pt x="914513" y="43838"/>
                  </a:cubicBezTo>
                  <a:cubicBezTo>
                    <a:pt x="1192689" y="-68802"/>
                    <a:pt x="1660350" y="41530"/>
                    <a:pt x="1870477" y="307075"/>
                  </a:cubicBezTo>
                  <a:cubicBezTo>
                    <a:pt x="2080604" y="572620"/>
                    <a:pt x="2200677" y="1246875"/>
                    <a:pt x="2175277" y="1637111"/>
                  </a:cubicBezTo>
                  <a:cubicBezTo>
                    <a:pt x="2149877" y="2027347"/>
                    <a:pt x="1824295" y="2311366"/>
                    <a:pt x="1718077" y="2648493"/>
                  </a:cubicBezTo>
                  <a:cubicBezTo>
                    <a:pt x="1611859" y="2985620"/>
                    <a:pt x="1452532" y="3343530"/>
                    <a:pt x="1537968" y="3659875"/>
                  </a:cubicBezTo>
                  <a:cubicBezTo>
                    <a:pt x="1623404" y="3976221"/>
                    <a:pt x="2099077" y="4294875"/>
                    <a:pt x="2230695" y="4546566"/>
                  </a:cubicBezTo>
                  <a:cubicBezTo>
                    <a:pt x="2362313" y="4798257"/>
                    <a:pt x="2383094" y="5017621"/>
                    <a:pt x="2327676" y="5170021"/>
                  </a:cubicBezTo>
                  <a:cubicBezTo>
                    <a:pt x="2272258" y="5322421"/>
                    <a:pt x="2258404" y="5403239"/>
                    <a:pt x="1898186" y="5460966"/>
                  </a:cubicBezTo>
                  <a:cubicBezTo>
                    <a:pt x="1537968" y="5518693"/>
                    <a:pt x="907585" y="5525621"/>
                    <a:pt x="623567" y="5419403"/>
                  </a:cubicBezTo>
                  <a:cubicBezTo>
                    <a:pt x="339549" y="5313185"/>
                    <a:pt x="284131" y="5213893"/>
                    <a:pt x="180222" y="47820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32AEA01E-EBAC-C672-8791-4334D04215BA}"/>
                </a:ext>
              </a:extLst>
            </p:cNvPr>
            <p:cNvSpPr/>
            <p:nvPr/>
          </p:nvSpPr>
          <p:spPr>
            <a:xfrm rot="10800000">
              <a:off x="8747807" y="1008139"/>
              <a:ext cx="609600" cy="89356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CBA0B7BF-D911-BFD2-FF9C-758F90E6DF4D}"/>
                </a:ext>
              </a:extLst>
            </p:cNvPr>
            <p:cNvSpPr/>
            <p:nvPr/>
          </p:nvSpPr>
          <p:spPr>
            <a:xfrm rot="10800000">
              <a:off x="9519274" y="1213747"/>
              <a:ext cx="274361" cy="5486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AF293AC7-89EE-38CB-2F5A-26EEADC61A21}"/>
                </a:ext>
              </a:extLst>
            </p:cNvPr>
            <p:cNvSpPr/>
            <p:nvPr/>
          </p:nvSpPr>
          <p:spPr>
            <a:xfrm rot="10800000">
              <a:off x="9854512" y="1305187"/>
              <a:ext cx="274361" cy="5486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D0A0551F-1442-CA53-D4EA-619099D217E9}"/>
                </a:ext>
              </a:extLst>
            </p:cNvPr>
            <p:cNvSpPr/>
            <p:nvPr/>
          </p:nvSpPr>
          <p:spPr>
            <a:xfrm rot="10800000">
              <a:off x="10205073" y="1416688"/>
              <a:ext cx="274361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6DE1DB83-3DD2-5F77-26D6-FFACD6E973DF}"/>
                </a:ext>
              </a:extLst>
            </p:cNvPr>
            <p:cNvSpPr/>
            <p:nvPr/>
          </p:nvSpPr>
          <p:spPr>
            <a:xfrm rot="10800000">
              <a:off x="10540311" y="1670947"/>
              <a:ext cx="274361" cy="365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29DDC9F-D7E4-26C5-4456-D0481951C6F4}"/>
              </a:ext>
            </a:extLst>
          </p:cNvPr>
          <p:cNvGrpSpPr/>
          <p:nvPr/>
        </p:nvGrpSpPr>
        <p:grpSpPr>
          <a:xfrm rot="3582214">
            <a:off x="3065423" y="3779242"/>
            <a:ext cx="230400" cy="525600"/>
            <a:chOff x="8024239" y="1985356"/>
            <a:chExt cx="2141775" cy="4911414"/>
          </a:xfrm>
        </p:grpSpPr>
        <p:sp>
          <p:nvSpPr>
            <p:cNvPr id="54" name="Freeform 5">
              <a:extLst>
                <a:ext uri="{FF2B5EF4-FFF2-40B4-BE49-F238E27FC236}">
                  <a16:creationId xmlns:a16="http://schemas.microsoft.com/office/drawing/2014/main" id="{4A6DBC8C-37F8-B102-303E-C74D2C610335}"/>
                </a:ext>
              </a:extLst>
            </p:cNvPr>
            <p:cNvSpPr/>
            <p:nvPr/>
          </p:nvSpPr>
          <p:spPr>
            <a:xfrm rot="10626065" flipH="1">
              <a:off x="8024239" y="2973626"/>
              <a:ext cx="2141775" cy="3923144"/>
            </a:xfrm>
            <a:custGeom>
              <a:avLst/>
              <a:gdLst>
                <a:gd name="connsiteX0" fmla="*/ 452236 w 2914469"/>
                <a:gd name="connsiteY0" fmla="*/ 4744449 h 5470974"/>
                <a:gd name="connsiteX1" fmla="*/ 8891 w 2914469"/>
                <a:gd name="connsiteY1" fmla="*/ 2749394 h 5470974"/>
                <a:gd name="connsiteX2" fmla="*/ 175146 w 2914469"/>
                <a:gd name="connsiteY2" fmla="*/ 1211540 h 5470974"/>
                <a:gd name="connsiteX3" fmla="*/ 410673 w 2914469"/>
                <a:gd name="connsiteY3" fmla="*/ 394122 h 5470974"/>
                <a:gd name="connsiteX4" fmla="*/ 1186527 w 2914469"/>
                <a:gd name="connsiteY4" fmla="*/ 6194 h 5470974"/>
                <a:gd name="connsiteX5" fmla="*/ 2142491 w 2914469"/>
                <a:gd name="connsiteY5" fmla="*/ 269431 h 5470974"/>
                <a:gd name="connsiteX6" fmla="*/ 2447291 w 2914469"/>
                <a:gd name="connsiteY6" fmla="*/ 1599467 h 5470974"/>
                <a:gd name="connsiteX7" fmla="*/ 1990091 w 2914469"/>
                <a:gd name="connsiteY7" fmla="*/ 2610849 h 5470974"/>
                <a:gd name="connsiteX8" fmla="*/ 1809982 w 2914469"/>
                <a:gd name="connsiteY8" fmla="*/ 3622231 h 5470974"/>
                <a:gd name="connsiteX9" fmla="*/ 2655109 w 2914469"/>
                <a:gd name="connsiteY9" fmla="*/ 4522776 h 5470974"/>
                <a:gd name="connsiteX10" fmla="*/ 2890636 w 2914469"/>
                <a:gd name="connsiteY10" fmla="*/ 5049249 h 5470974"/>
                <a:gd name="connsiteX11" fmla="*/ 2170200 w 2914469"/>
                <a:gd name="connsiteY11" fmla="*/ 5423322 h 5470974"/>
                <a:gd name="connsiteX12" fmla="*/ 729327 w 2914469"/>
                <a:gd name="connsiteY12" fmla="*/ 5395613 h 5470974"/>
                <a:gd name="connsiteX13" fmla="*/ 452236 w 2914469"/>
                <a:gd name="connsiteY13" fmla="*/ 4744449 h 5470974"/>
                <a:gd name="connsiteX0" fmla="*/ 452236 w 2733397"/>
                <a:gd name="connsiteY0" fmla="*/ 4744449 h 5470974"/>
                <a:gd name="connsiteX1" fmla="*/ 8891 w 2733397"/>
                <a:gd name="connsiteY1" fmla="*/ 2749394 h 5470974"/>
                <a:gd name="connsiteX2" fmla="*/ 175146 w 2733397"/>
                <a:gd name="connsiteY2" fmla="*/ 1211540 h 5470974"/>
                <a:gd name="connsiteX3" fmla="*/ 410673 w 2733397"/>
                <a:gd name="connsiteY3" fmla="*/ 394122 h 5470974"/>
                <a:gd name="connsiteX4" fmla="*/ 1186527 w 2733397"/>
                <a:gd name="connsiteY4" fmla="*/ 6194 h 5470974"/>
                <a:gd name="connsiteX5" fmla="*/ 2142491 w 2733397"/>
                <a:gd name="connsiteY5" fmla="*/ 269431 h 5470974"/>
                <a:gd name="connsiteX6" fmla="*/ 2447291 w 2733397"/>
                <a:gd name="connsiteY6" fmla="*/ 1599467 h 5470974"/>
                <a:gd name="connsiteX7" fmla="*/ 1990091 w 2733397"/>
                <a:gd name="connsiteY7" fmla="*/ 2610849 h 5470974"/>
                <a:gd name="connsiteX8" fmla="*/ 1809982 w 2733397"/>
                <a:gd name="connsiteY8" fmla="*/ 3622231 h 5470974"/>
                <a:gd name="connsiteX9" fmla="*/ 2655109 w 2733397"/>
                <a:gd name="connsiteY9" fmla="*/ 4522776 h 5470974"/>
                <a:gd name="connsiteX10" fmla="*/ 2641254 w 2733397"/>
                <a:gd name="connsiteY10" fmla="*/ 5146231 h 5470974"/>
                <a:gd name="connsiteX11" fmla="*/ 2170200 w 2733397"/>
                <a:gd name="connsiteY11" fmla="*/ 5423322 h 5470974"/>
                <a:gd name="connsiteX12" fmla="*/ 729327 w 2733397"/>
                <a:gd name="connsiteY12" fmla="*/ 5395613 h 5470974"/>
                <a:gd name="connsiteX13" fmla="*/ 452236 w 2733397"/>
                <a:gd name="connsiteY13" fmla="*/ 4744449 h 5470974"/>
                <a:gd name="connsiteX0" fmla="*/ 452236 w 2662490"/>
                <a:gd name="connsiteY0" fmla="*/ 4744449 h 5470974"/>
                <a:gd name="connsiteX1" fmla="*/ 8891 w 2662490"/>
                <a:gd name="connsiteY1" fmla="*/ 2749394 h 5470974"/>
                <a:gd name="connsiteX2" fmla="*/ 175146 w 2662490"/>
                <a:gd name="connsiteY2" fmla="*/ 1211540 h 5470974"/>
                <a:gd name="connsiteX3" fmla="*/ 410673 w 2662490"/>
                <a:gd name="connsiteY3" fmla="*/ 394122 h 5470974"/>
                <a:gd name="connsiteX4" fmla="*/ 1186527 w 2662490"/>
                <a:gd name="connsiteY4" fmla="*/ 6194 h 5470974"/>
                <a:gd name="connsiteX5" fmla="*/ 2142491 w 2662490"/>
                <a:gd name="connsiteY5" fmla="*/ 269431 h 5470974"/>
                <a:gd name="connsiteX6" fmla="*/ 2447291 w 2662490"/>
                <a:gd name="connsiteY6" fmla="*/ 1599467 h 5470974"/>
                <a:gd name="connsiteX7" fmla="*/ 1990091 w 2662490"/>
                <a:gd name="connsiteY7" fmla="*/ 2610849 h 5470974"/>
                <a:gd name="connsiteX8" fmla="*/ 1809982 w 2662490"/>
                <a:gd name="connsiteY8" fmla="*/ 3622231 h 5470974"/>
                <a:gd name="connsiteX9" fmla="*/ 2502709 w 2662490"/>
                <a:gd name="connsiteY9" fmla="*/ 4508922 h 5470974"/>
                <a:gd name="connsiteX10" fmla="*/ 2641254 w 2662490"/>
                <a:gd name="connsiteY10" fmla="*/ 5146231 h 5470974"/>
                <a:gd name="connsiteX11" fmla="*/ 2170200 w 2662490"/>
                <a:gd name="connsiteY11" fmla="*/ 5423322 h 5470974"/>
                <a:gd name="connsiteX12" fmla="*/ 729327 w 2662490"/>
                <a:gd name="connsiteY12" fmla="*/ 5395613 h 5470974"/>
                <a:gd name="connsiteX13" fmla="*/ 452236 w 2662490"/>
                <a:gd name="connsiteY13" fmla="*/ 4744449 h 5470974"/>
                <a:gd name="connsiteX0" fmla="*/ 452236 w 2628430"/>
                <a:gd name="connsiteY0" fmla="*/ 4744449 h 5470974"/>
                <a:gd name="connsiteX1" fmla="*/ 8891 w 2628430"/>
                <a:gd name="connsiteY1" fmla="*/ 2749394 h 5470974"/>
                <a:gd name="connsiteX2" fmla="*/ 175146 w 2628430"/>
                <a:gd name="connsiteY2" fmla="*/ 1211540 h 5470974"/>
                <a:gd name="connsiteX3" fmla="*/ 410673 w 2628430"/>
                <a:gd name="connsiteY3" fmla="*/ 394122 h 5470974"/>
                <a:gd name="connsiteX4" fmla="*/ 1186527 w 2628430"/>
                <a:gd name="connsiteY4" fmla="*/ 6194 h 5470974"/>
                <a:gd name="connsiteX5" fmla="*/ 2142491 w 2628430"/>
                <a:gd name="connsiteY5" fmla="*/ 269431 h 5470974"/>
                <a:gd name="connsiteX6" fmla="*/ 2447291 w 2628430"/>
                <a:gd name="connsiteY6" fmla="*/ 1599467 h 5470974"/>
                <a:gd name="connsiteX7" fmla="*/ 1990091 w 2628430"/>
                <a:gd name="connsiteY7" fmla="*/ 2610849 h 5470974"/>
                <a:gd name="connsiteX8" fmla="*/ 1809982 w 2628430"/>
                <a:gd name="connsiteY8" fmla="*/ 3622231 h 5470974"/>
                <a:gd name="connsiteX9" fmla="*/ 2502709 w 2628430"/>
                <a:gd name="connsiteY9" fmla="*/ 4508922 h 5470974"/>
                <a:gd name="connsiteX10" fmla="*/ 2599690 w 2628430"/>
                <a:gd name="connsiteY10" fmla="*/ 5132377 h 5470974"/>
                <a:gd name="connsiteX11" fmla="*/ 2170200 w 2628430"/>
                <a:gd name="connsiteY11" fmla="*/ 5423322 h 5470974"/>
                <a:gd name="connsiteX12" fmla="*/ 729327 w 2628430"/>
                <a:gd name="connsiteY12" fmla="*/ 5395613 h 5470974"/>
                <a:gd name="connsiteX13" fmla="*/ 452236 w 2628430"/>
                <a:gd name="connsiteY13" fmla="*/ 4744449 h 5470974"/>
                <a:gd name="connsiteX0" fmla="*/ 452236 w 2628430"/>
                <a:gd name="connsiteY0" fmla="*/ 4744449 h 5464715"/>
                <a:gd name="connsiteX1" fmla="*/ 8891 w 2628430"/>
                <a:gd name="connsiteY1" fmla="*/ 2749394 h 5464715"/>
                <a:gd name="connsiteX2" fmla="*/ 175146 w 2628430"/>
                <a:gd name="connsiteY2" fmla="*/ 1211540 h 5464715"/>
                <a:gd name="connsiteX3" fmla="*/ 410673 w 2628430"/>
                <a:gd name="connsiteY3" fmla="*/ 394122 h 5464715"/>
                <a:gd name="connsiteX4" fmla="*/ 1186527 w 2628430"/>
                <a:gd name="connsiteY4" fmla="*/ 6194 h 5464715"/>
                <a:gd name="connsiteX5" fmla="*/ 2142491 w 2628430"/>
                <a:gd name="connsiteY5" fmla="*/ 269431 h 5464715"/>
                <a:gd name="connsiteX6" fmla="*/ 2447291 w 2628430"/>
                <a:gd name="connsiteY6" fmla="*/ 1599467 h 5464715"/>
                <a:gd name="connsiteX7" fmla="*/ 1990091 w 2628430"/>
                <a:gd name="connsiteY7" fmla="*/ 2610849 h 5464715"/>
                <a:gd name="connsiteX8" fmla="*/ 1809982 w 2628430"/>
                <a:gd name="connsiteY8" fmla="*/ 3622231 h 5464715"/>
                <a:gd name="connsiteX9" fmla="*/ 2502709 w 2628430"/>
                <a:gd name="connsiteY9" fmla="*/ 4508922 h 5464715"/>
                <a:gd name="connsiteX10" fmla="*/ 2599690 w 2628430"/>
                <a:gd name="connsiteY10" fmla="*/ 5132377 h 5464715"/>
                <a:gd name="connsiteX11" fmla="*/ 2170200 w 2628430"/>
                <a:gd name="connsiteY11" fmla="*/ 5423322 h 5464715"/>
                <a:gd name="connsiteX12" fmla="*/ 895581 w 2628430"/>
                <a:gd name="connsiteY12" fmla="*/ 5381759 h 5464715"/>
                <a:gd name="connsiteX13" fmla="*/ 452236 w 2628430"/>
                <a:gd name="connsiteY13" fmla="*/ 4744449 h 5464715"/>
                <a:gd name="connsiteX0" fmla="*/ 281453 w 2457647"/>
                <a:gd name="connsiteY0" fmla="*/ 4744449 h 5464715"/>
                <a:gd name="connsiteX1" fmla="*/ 101345 w 2457647"/>
                <a:gd name="connsiteY1" fmla="*/ 2790958 h 5464715"/>
                <a:gd name="connsiteX2" fmla="*/ 4363 w 2457647"/>
                <a:gd name="connsiteY2" fmla="*/ 1211540 h 5464715"/>
                <a:gd name="connsiteX3" fmla="*/ 239890 w 2457647"/>
                <a:gd name="connsiteY3" fmla="*/ 394122 h 5464715"/>
                <a:gd name="connsiteX4" fmla="*/ 1015744 w 2457647"/>
                <a:gd name="connsiteY4" fmla="*/ 6194 h 5464715"/>
                <a:gd name="connsiteX5" fmla="*/ 1971708 w 2457647"/>
                <a:gd name="connsiteY5" fmla="*/ 269431 h 5464715"/>
                <a:gd name="connsiteX6" fmla="*/ 2276508 w 2457647"/>
                <a:gd name="connsiteY6" fmla="*/ 1599467 h 5464715"/>
                <a:gd name="connsiteX7" fmla="*/ 1819308 w 2457647"/>
                <a:gd name="connsiteY7" fmla="*/ 2610849 h 5464715"/>
                <a:gd name="connsiteX8" fmla="*/ 1639199 w 2457647"/>
                <a:gd name="connsiteY8" fmla="*/ 3622231 h 5464715"/>
                <a:gd name="connsiteX9" fmla="*/ 2331926 w 2457647"/>
                <a:gd name="connsiteY9" fmla="*/ 4508922 h 5464715"/>
                <a:gd name="connsiteX10" fmla="*/ 2428907 w 2457647"/>
                <a:gd name="connsiteY10" fmla="*/ 5132377 h 5464715"/>
                <a:gd name="connsiteX11" fmla="*/ 1999417 w 2457647"/>
                <a:gd name="connsiteY11" fmla="*/ 5423322 h 5464715"/>
                <a:gd name="connsiteX12" fmla="*/ 724798 w 2457647"/>
                <a:gd name="connsiteY12" fmla="*/ 5381759 h 5464715"/>
                <a:gd name="connsiteX13" fmla="*/ 281453 w 2457647"/>
                <a:gd name="connsiteY13" fmla="*/ 4744449 h 5464715"/>
                <a:gd name="connsiteX0" fmla="*/ 182997 w 2359191"/>
                <a:gd name="connsiteY0" fmla="*/ 4744449 h 5464715"/>
                <a:gd name="connsiteX1" fmla="*/ 2889 w 2359191"/>
                <a:gd name="connsiteY1" fmla="*/ 2790958 h 5464715"/>
                <a:gd name="connsiteX2" fmla="*/ 141434 w 2359191"/>
                <a:gd name="connsiteY2" fmla="*/ 394122 h 5464715"/>
                <a:gd name="connsiteX3" fmla="*/ 917288 w 2359191"/>
                <a:gd name="connsiteY3" fmla="*/ 6194 h 5464715"/>
                <a:gd name="connsiteX4" fmla="*/ 1873252 w 2359191"/>
                <a:gd name="connsiteY4" fmla="*/ 269431 h 5464715"/>
                <a:gd name="connsiteX5" fmla="*/ 2178052 w 2359191"/>
                <a:gd name="connsiteY5" fmla="*/ 1599467 h 5464715"/>
                <a:gd name="connsiteX6" fmla="*/ 1720852 w 2359191"/>
                <a:gd name="connsiteY6" fmla="*/ 2610849 h 5464715"/>
                <a:gd name="connsiteX7" fmla="*/ 1540743 w 2359191"/>
                <a:gd name="connsiteY7" fmla="*/ 3622231 h 5464715"/>
                <a:gd name="connsiteX8" fmla="*/ 2233470 w 2359191"/>
                <a:gd name="connsiteY8" fmla="*/ 4508922 h 5464715"/>
                <a:gd name="connsiteX9" fmla="*/ 2330451 w 2359191"/>
                <a:gd name="connsiteY9" fmla="*/ 5132377 h 5464715"/>
                <a:gd name="connsiteX10" fmla="*/ 1900961 w 2359191"/>
                <a:gd name="connsiteY10" fmla="*/ 5423322 h 5464715"/>
                <a:gd name="connsiteX11" fmla="*/ 626342 w 2359191"/>
                <a:gd name="connsiteY11" fmla="*/ 5381759 h 5464715"/>
                <a:gd name="connsiteX12" fmla="*/ 182997 w 2359191"/>
                <a:gd name="connsiteY12" fmla="*/ 4744449 h 5464715"/>
                <a:gd name="connsiteX0" fmla="*/ 180110 w 2356304"/>
                <a:gd name="connsiteY0" fmla="*/ 4785805 h 5506071"/>
                <a:gd name="connsiteX1" fmla="*/ 2 w 2356304"/>
                <a:gd name="connsiteY1" fmla="*/ 2832314 h 5506071"/>
                <a:gd name="connsiteX2" fmla="*/ 182207 w 2356304"/>
                <a:gd name="connsiteY2" fmla="*/ 1038518 h 5506071"/>
                <a:gd name="connsiteX3" fmla="*/ 914401 w 2356304"/>
                <a:gd name="connsiteY3" fmla="*/ 47550 h 5506071"/>
                <a:gd name="connsiteX4" fmla="*/ 1870365 w 2356304"/>
                <a:gd name="connsiteY4" fmla="*/ 310787 h 5506071"/>
                <a:gd name="connsiteX5" fmla="*/ 2175165 w 2356304"/>
                <a:gd name="connsiteY5" fmla="*/ 1640823 h 5506071"/>
                <a:gd name="connsiteX6" fmla="*/ 1717965 w 2356304"/>
                <a:gd name="connsiteY6" fmla="*/ 2652205 h 5506071"/>
                <a:gd name="connsiteX7" fmla="*/ 1537856 w 2356304"/>
                <a:gd name="connsiteY7" fmla="*/ 3663587 h 5506071"/>
                <a:gd name="connsiteX8" fmla="*/ 2230583 w 2356304"/>
                <a:gd name="connsiteY8" fmla="*/ 4550278 h 5506071"/>
                <a:gd name="connsiteX9" fmla="*/ 2327564 w 2356304"/>
                <a:gd name="connsiteY9" fmla="*/ 5173733 h 5506071"/>
                <a:gd name="connsiteX10" fmla="*/ 1898074 w 2356304"/>
                <a:gd name="connsiteY10" fmla="*/ 5464678 h 5506071"/>
                <a:gd name="connsiteX11" fmla="*/ 623455 w 2356304"/>
                <a:gd name="connsiteY11" fmla="*/ 5423115 h 5506071"/>
                <a:gd name="connsiteX12" fmla="*/ 180110 w 2356304"/>
                <a:gd name="connsiteY12" fmla="*/ 4785805 h 5506071"/>
                <a:gd name="connsiteX0" fmla="*/ 181079 w 2357273"/>
                <a:gd name="connsiteY0" fmla="*/ 4796399 h 5516665"/>
                <a:gd name="connsiteX1" fmla="*/ 971 w 2357273"/>
                <a:gd name="connsiteY1" fmla="*/ 2842908 h 5516665"/>
                <a:gd name="connsiteX2" fmla="*/ 248289 w 2357273"/>
                <a:gd name="connsiteY2" fmla="*/ 1196366 h 5516665"/>
                <a:gd name="connsiteX3" fmla="*/ 915370 w 2357273"/>
                <a:gd name="connsiteY3" fmla="*/ 58144 h 5516665"/>
                <a:gd name="connsiteX4" fmla="*/ 1871334 w 2357273"/>
                <a:gd name="connsiteY4" fmla="*/ 321381 h 5516665"/>
                <a:gd name="connsiteX5" fmla="*/ 2176134 w 2357273"/>
                <a:gd name="connsiteY5" fmla="*/ 1651417 h 5516665"/>
                <a:gd name="connsiteX6" fmla="*/ 1718934 w 2357273"/>
                <a:gd name="connsiteY6" fmla="*/ 2662799 h 5516665"/>
                <a:gd name="connsiteX7" fmla="*/ 1538825 w 2357273"/>
                <a:gd name="connsiteY7" fmla="*/ 3674181 h 5516665"/>
                <a:gd name="connsiteX8" fmla="*/ 2231552 w 2357273"/>
                <a:gd name="connsiteY8" fmla="*/ 4560872 h 5516665"/>
                <a:gd name="connsiteX9" fmla="*/ 2328533 w 2357273"/>
                <a:gd name="connsiteY9" fmla="*/ 5184327 h 5516665"/>
                <a:gd name="connsiteX10" fmla="*/ 1899043 w 2357273"/>
                <a:gd name="connsiteY10" fmla="*/ 5475272 h 5516665"/>
                <a:gd name="connsiteX11" fmla="*/ 624424 w 2357273"/>
                <a:gd name="connsiteY11" fmla="*/ 5433709 h 5516665"/>
                <a:gd name="connsiteX12" fmla="*/ 181079 w 2357273"/>
                <a:gd name="connsiteY12" fmla="*/ 4796399 h 5516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57273" h="5516665">
                  <a:moveTo>
                    <a:pt x="181079" y="4796399"/>
                  </a:moveTo>
                  <a:cubicBezTo>
                    <a:pt x="77170" y="4364599"/>
                    <a:pt x="-10231" y="3442913"/>
                    <a:pt x="971" y="2842908"/>
                  </a:cubicBezTo>
                  <a:cubicBezTo>
                    <a:pt x="12173" y="2242903"/>
                    <a:pt x="95889" y="1660493"/>
                    <a:pt x="248289" y="1196366"/>
                  </a:cubicBezTo>
                  <a:cubicBezTo>
                    <a:pt x="400689" y="732239"/>
                    <a:pt x="644863" y="203975"/>
                    <a:pt x="915370" y="58144"/>
                  </a:cubicBezTo>
                  <a:cubicBezTo>
                    <a:pt x="1185878" y="-87687"/>
                    <a:pt x="1661207" y="55836"/>
                    <a:pt x="1871334" y="321381"/>
                  </a:cubicBezTo>
                  <a:cubicBezTo>
                    <a:pt x="2081461" y="586926"/>
                    <a:pt x="2201534" y="1261181"/>
                    <a:pt x="2176134" y="1651417"/>
                  </a:cubicBezTo>
                  <a:cubicBezTo>
                    <a:pt x="2150734" y="2041653"/>
                    <a:pt x="1825152" y="2325672"/>
                    <a:pt x="1718934" y="2662799"/>
                  </a:cubicBezTo>
                  <a:cubicBezTo>
                    <a:pt x="1612716" y="2999926"/>
                    <a:pt x="1453389" y="3357836"/>
                    <a:pt x="1538825" y="3674181"/>
                  </a:cubicBezTo>
                  <a:cubicBezTo>
                    <a:pt x="1624261" y="3990527"/>
                    <a:pt x="2099934" y="4309181"/>
                    <a:pt x="2231552" y="4560872"/>
                  </a:cubicBezTo>
                  <a:cubicBezTo>
                    <a:pt x="2363170" y="4812563"/>
                    <a:pt x="2383951" y="5031927"/>
                    <a:pt x="2328533" y="5184327"/>
                  </a:cubicBezTo>
                  <a:cubicBezTo>
                    <a:pt x="2273115" y="5336727"/>
                    <a:pt x="2259261" y="5417545"/>
                    <a:pt x="1899043" y="5475272"/>
                  </a:cubicBezTo>
                  <a:cubicBezTo>
                    <a:pt x="1538825" y="5532999"/>
                    <a:pt x="908442" y="5539927"/>
                    <a:pt x="624424" y="5433709"/>
                  </a:cubicBezTo>
                  <a:cubicBezTo>
                    <a:pt x="340406" y="5327491"/>
                    <a:pt x="284988" y="5228199"/>
                    <a:pt x="181079" y="479639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F580C920-8532-6104-F3DB-469FBF81C089}"/>
                </a:ext>
              </a:extLst>
            </p:cNvPr>
            <p:cNvSpPr/>
            <p:nvPr/>
          </p:nvSpPr>
          <p:spPr>
            <a:xfrm rot="10800000">
              <a:off x="9506781" y="1985356"/>
              <a:ext cx="609600" cy="89356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9EDAF75B-AB17-FC45-085C-6D4D19865FAD}"/>
                </a:ext>
              </a:extLst>
            </p:cNvPr>
            <p:cNvSpPr/>
            <p:nvPr/>
          </p:nvSpPr>
          <p:spPr>
            <a:xfrm rot="10800000">
              <a:off x="9107731" y="2190964"/>
              <a:ext cx="274361" cy="5486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E4793F91-E14F-69FB-E67B-669F96205C8D}"/>
                </a:ext>
              </a:extLst>
            </p:cNvPr>
            <p:cNvSpPr/>
            <p:nvPr/>
          </p:nvSpPr>
          <p:spPr>
            <a:xfrm rot="10800000">
              <a:off x="8741529" y="2282404"/>
              <a:ext cx="274361" cy="5486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241B58DD-96A1-809E-B486-6FD89F8F5ED2}"/>
                </a:ext>
              </a:extLst>
            </p:cNvPr>
            <p:cNvSpPr/>
            <p:nvPr/>
          </p:nvSpPr>
          <p:spPr>
            <a:xfrm rot="10800000">
              <a:off x="8392434" y="2393906"/>
              <a:ext cx="274361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AA6CF686-94A4-8931-9B09-9DF3D0478FF5}"/>
                </a:ext>
              </a:extLst>
            </p:cNvPr>
            <p:cNvSpPr/>
            <p:nvPr/>
          </p:nvSpPr>
          <p:spPr>
            <a:xfrm rot="10800000">
              <a:off x="8040832" y="2648164"/>
              <a:ext cx="274361" cy="365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2C1D3E0-60D1-8680-C109-E23343A13ED9}"/>
              </a:ext>
            </a:extLst>
          </p:cNvPr>
          <p:cNvGrpSpPr/>
          <p:nvPr/>
        </p:nvGrpSpPr>
        <p:grpSpPr>
          <a:xfrm rot="4881240">
            <a:off x="2820601" y="4244667"/>
            <a:ext cx="230767" cy="527018"/>
            <a:chOff x="8668623" y="1008139"/>
            <a:chExt cx="2146049" cy="4901076"/>
          </a:xfrm>
        </p:grpSpPr>
        <p:sp>
          <p:nvSpPr>
            <p:cNvPr id="61" name="Freeform 4">
              <a:extLst>
                <a:ext uri="{FF2B5EF4-FFF2-40B4-BE49-F238E27FC236}">
                  <a16:creationId xmlns:a16="http://schemas.microsoft.com/office/drawing/2014/main" id="{81CA327C-2882-7443-3C75-A5659AFB210A}"/>
                </a:ext>
              </a:extLst>
            </p:cNvPr>
            <p:cNvSpPr/>
            <p:nvPr/>
          </p:nvSpPr>
          <p:spPr>
            <a:xfrm rot="10984993">
              <a:off x="8668623" y="1996245"/>
              <a:ext cx="2140997" cy="3912970"/>
            </a:xfrm>
            <a:custGeom>
              <a:avLst/>
              <a:gdLst>
                <a:gd name="connsiteX0" fmla="*/ 452236 w 2914469"/>
                <a:gd name="connsiteY0" fmla="*/ 4744449 h 5470974"/>
                <a:gd name="connsiteX1" fmla="*/ 8891 w 2914469"/>
                <a:gd name="connsiteY1" fmla="*/ 2749394 h 5470974"/>
                <a:gd name="connsiteX2" fmla="*/ 175146 w 2914469"/>
                <a:gd name="connsiteY2" fmla="*/ 1211540 h 5470974"/>
                <a:gd name="connsiteX3" fmla="*/ 410673 w 2914469"/>
                <a:gd name="connsiteY3" fmla="*/ 394122 h 5470974"/>
                <a:gd name="connsiteX4" fmla="*/ 1186527 w 2914469"/>
                <a:gd name="connsiteY4" fmla="*/ 6194 h 5470974"/>
                <a:gd name="connsiteX5" fmla="*/ 2142491 w 2914469"/>
                <a:gd name="connsiteY5" fmla="*/ 269431 h 5470974"/>
                <a:gd name="connsiteX6" fmla="*/ 2447291 w 2914469"/>
                <a:gd name="connsiteY6" fmla="*/ 1599467 h 5470974"/>
                <a:gd name="connsiteX7" fmla="*/ 1990091 w 2914469"/>
                <a:gd name="connsiteY7" fmla="*/ 2610849 h 5470974"/>
                <a:gd name="connsiteX8" fmla="*/ 1809982 w 2914469"/>
                <a:gd name="connsiteY8" fmla="*/ 3622231 h 5470974"/>
                <a:gd name="connsiteX9" fmla="*/ 2655109 w 2914469"/>
                <a:gd name="connsiteY9" fmla="*/ 4522776 h 5470974"/>
                <a:gd name="connsiteX10" fmla="*/ 2890636 w 2914469"/>
                <a:gd name="connsiteY10" fmla="*/ 5049249 h 5470974"/>
                <a:gd name="connsiteX11" fmla="*/ 2170200 w 2914469"/>
                <a:gd name="connsiteY11" fmla="*/ 5423322 h 5470974"/>
                <a:gd name="connsiteX12" fmla="*/ 729327 w 2914469"/>
                <a:gd name="connsiteY12" fmla="*/ 5395613 h 5470974"/>
                <a:gd name="connsiteX13" fmla="*/ 452236 w 2914469"/>
                <a:gd name="connsiteY13" fmla="*/ 4744449 h 5470974"/>
                <a:gd name="connsiteX0" fmla="*/ 452236 w 2733397"/>
                <a:gd name="connsiteY0" fmla="*/ 4744449 h 5470974"/>
                <a:gd name="connsiteX1" fmla="*/ 8891 w 2733397"/>
                <a:gd name="connsiteY1" fmla="*/ 2749394 h 5470974"/>
                <a:gd name="connsiteX2" fmla="*/ 175146 w 2733397"/>
                <a:gd name="connsiteY2" fmla="*/ 1211540 h 5470974"/>
                <a:gd name="connsiteX3" fmla="*/ 410673 w 2733397"/>
                <a:gd name="connsiteY3" fmla="*/ 394122 h 5470974"/>
                <a:gd name="connsiteX4" fmla="*/ 1186527 w 2733397"/>
                <a:gd name="connsiteY4" fmla="*/ 6194 h 5470974"/>
                <a:gd name="connsiteX5" fmla="*/ 2142491 w 2733397"/>
                <a:gd name="connsiteY5" fmla="*/ 269431 h 5470974"/>
                <a:gd name="connsiteX6" fmla="*/ 2447291 w 2733397"/>
                <a:gd name="connsiteY6" fmla="*/ 1599467 h 5470974"/>
                <a:gd name="connsiteX7" fmla="*/ 1990091 w 2733397"/>
                <a:gd name="connsiteY7" fmla="*/ 2610849 h 5470974"/>
                <a:gd name="connsiteX8" fmla="*/ 1809982 w 2733397"/>
                <a:gd name="connsiteY8" fmla="*/ 3622231 h 5470974"/>
                <a:gd name="connsiteX9" fmla="*/ 2655109 w 2733397"/>
                <a:gd name="connsiteY9" fmla="*/ 4522776 h 5470974"/>
                <a:gd name="connsiteX10" fmla="*/ 2641254 w 2733397"/>
                <a:gd name="connsiteY10" fmla="*/ 5146231 h 5470974"/>
                <a:gd name="connsiteX11" fmla="*/ 2170200 w 2733397"/>
                <a:gd name="connsiteY11" fmla="*/ 5423322 h 5470974"/>
                <a:gd name="connsiteX12" fmla="*/ 729327 w 2733397"/>
                <a:gd name="connsiteY12" fmla="*/ 5395613 h 5470974"/>
                <a:gd name="connsiteX13" fmla="*/ 452236 w 2733397"/>
                <a:gd name="connsiteY13" fmla="*/ 4744449 h 5470974"/>
                <a:gd name="connsiteX0" fmla="*/ 452236 w 2662490"/>
                <a:gd name="connsiteY0" fmla="*/ 4744449 h 5470974"/>
                <a:gd name="connsiteX1" fmla="*/ 8891 w 2662490"/>
                <a:gd name="connsiteY1" fmla="*/ 2749394 h 5470974"/>
                <a:gd name="connsiteX2" fmla="*/ 175146 w 2662490"/>
                <a:gd name="connsiteY2" fmla="*/ 1211540 h 5470974"/>
                <a:gd name="connsiteX3" fmla="*/ 410673 w 2662490"/>
                <a:gd name="connsiteY3" fmla="*/ 394122 h 5470974"/>
                <a:gd name="connsiteX4" fmla="*/ 1186527 w 2662490"/>
                <a:gd name="connsiteY4" fmla="*/ 6194 h 5470974"/>
                <a:gd name="connsiteX5" fmla="*/ 2142491 w 2662490"/>
                <a:gd name="connsiteY5" fmla="*/ 269431 h 5470974"/>
                <a:gd name="connsiteX6" fmla="*/ 2447291 w 2662490"/>
                <a:gd name="connsiteY6" fmla="*/ 1599467 h 5470974"/>
                <a:gd name="connsiteX7" fmla="*/ 1990091 w 2662490"/>
                <a:gd name="connsiteY7" fmla="*/ 2610849 h 5470974"/>
                <a:gd name="connsiteX8" fmla="*/ 1809982 w 2662490"/>
                <a:gd name="connsiteY8" fmla="*/ 3622231 h 5470974"/>
                <a:gd name="connsiteX9" fmla="*/ 2502709 w 2662490"/>
                <a:gd name="connsiteY9" fmla="*/ 4508922 h 5470974"/>
                <a:gd name="connsiteX10" fmla="*/ 2641254 w 2662490"/>
                <a:gd name="connsiteY10" fmla="*/ 5146231 h 5470974"/>
                <a:gd name="connsiteX11" fmla="*/ 2170200 w 2662490"/>
                <a:gd name="connsiteY11" fmla="*/ 5423322 h 5470974"/>
                <a:gd name="connsiteX12" fmla="*/ 729327 w 2662490"/>
                <a:gd name="connsiteY12" fmla="*/ 5395613 h 5470974"/>
                <a:gd name="connsiteX13" fmla="*/ 452236 w 2662490"/>
                <a:gd name="connsiteY13" fmla="*/ 4744449 h 5470974"/>
                <a:gd name="connsiteX0" fmla="*/ 452236 w 2628430"/>
                <a:gd name="connsiteY0" fmla="*/ 4744449 h 5470974"/>
                <a:gd name="connsiteX1" fmla="*/ 8891 w 2628430"/>
                <a:gd name="connsiteY1" fmla="*/ 2749394 h 5470974"/>
                <a:gd name="connsiteX2" fmla="*/ 175146 w 2628430"/>
                <a:gd name="connsiteY2" fmla="*/ 1211540 h 5470974"/>
                <a:gd name="connsiteX3" fmla="*/ 410673 w 2628430"/>
                <a:gd name="connsiteY3" fmla="*/ 394122 h 5470974"/>
                <a:gd name="connsiteX4" fmla="*/ 1186527 w 2628430"/>
                <a:gd name="connsiteY4" fmla="*/ 6194 h 5470974"/>
                <a:gd name="connsiteX5" fmla="*/ 2142491 w 2628430"/>
                <a:gd name="connsiteY5" fmla="*/ 269431 h 5470974"/>
                <a:gd name="connsiteX6" fmla="*/ 2447291 w 2628430"/>
                <a:gd name="connsiteY6" fmla="*/ 1599467 h 5470974"/>
                <a:gd name="connsiteX7" fmla="*/ 1990091 w 2628430"/>
                <a:gd name="connsiteY7" fmla="*/ 2610849 h 5470974"/>
                <a:gd name="connsiteX8" fmla="*/ 1809982 w 2628430"/>
                <a:gd name="connsiteY8" fmla="*/ 3622231 h 5470974"/>
                <a:gd name="connsiteX9" fmla="*/ 2502709 w 2628430"/>
                <a:gd name="connsiteY9" fmla="*/ 4508922 h 5470974"/>
                <a:gd name="connsiteX10" fmla="*/ 2599690 w 2628430"/>
                <a:gd name="connsiteY10" fmla="*/ 5132377 h 5470974"/>
                <a:gd name="connsiteX11" fmla="*/ 2170200 w 2628430"/>
                <a:gd name="connsiteY11" fmla="*/ 5423322 h 5470974"/>
                <a:gd name="connsiteX12" fmla="*/ 729327 w 2628430"/>
                <a:gd name="connsiteY12" fmla="*/ 5395613 h 5470974"/>
                <a:gd name="connsiteX13" fmla="*/ 452236 w 2628430"/>
                <a:gd name="connsiteY13" fmla="*/ 4744449 h 5470974"/>
                <a:gd name="connsiteX0" fmla="*/ 452236 w 2628430"/>
                <a:gd name="connsiteY0" fmla="*/ 4744449 h 5464715"/>
                <a:gd name="connsiteX1" fmla="*/ 8891 w 2628430"/>
                <a:gd name="connsiteY1" fmla="*/ 2749394 h 5464715"/>
                <a:gd name="connsiteX2" fmla="*/ 175146 w 2628430"/>
                <a:gd name="connsiteY2" fmla="*/ 1211540 h 5464715"/>
                <a:gd name="connsiteX3" fmla="*/ 410673 w 2628430"/>
                <a:gd name="connsiteY3" fmla="*/ 394122 h 5464715"/>
                <a:gd name="connsiteX4" fmla="*/ 1186527 w 2628430"/>
                <a:gd name="connsiteY4" fmla="*/ 6194 h 5464715"/>
                <a:gd name="connsiteX5" fmla="*/ 2142491 w 2628430"/>
                <a:gd name="connsiteY5" fmla="*/ 269431 h 5464715"/>
                <a:gd name="connsiteX6" fmla="*/ 2447291 w 2628430"/>
                <a:gd name="connsiteY6" fmla="*/ 1599467 h 5464715"/>
                <a:gd name="connsiteX7" fmla="*/ 1990091 w 2628430"/>
                <a:gd name="connsiteY7" fmla="*/ 2610849 h 5464715"/>
                <a:gd name="connsiteX8" fmla="*/ 1809982 w 2628430"/>
                <a:gd name="connsiteY8" fmla="*/ 3622231 h 5464715"/>
                <a:gd name="connsiteX9" fmla="*/ 2502709 w 2628430"/>
                <a:gd name="connsiteY9" fmla="*/ 4508922 h 5464715"/>
                <a:gd name="connsiteX10" fmla="*/ 2599690 w 2628430"/>
                <a:gd name="connsiteY10" fmla="*/ 5132377 h 5464715"/>
                <a:gd name="connsiteX11" fmla="*/ 2170200 w 2628430"/>
                <a:gd name="connsiteY11" fmla="*/ 5423322 h 5464715"/>
                <a:gd name="connsiteX12" fmla="*/ 895581 w 2628430"/>
                <a:gd name="connsiteY12" fmla="*/ 5381759 h 5464715"/>
                <a:gd name="connsiteX13" fmla="*/ 452236 w 2628430"/>
                <a:gd name="connsiteY13" fmla="*/ 4744449 h 5464715"/>
                <a:gd name="connsiteX0" fmla="*/ 281453 w 2457647"/>
                <a:gd name="connsiteY0" fmla="*/ 4744449 h 5464715"/>
                <a:gd name="connsiteX1" fmla="*/ 101345 w 2457647"/>
                <a:gd name="connsiteY1" fmla="*/ 2790958 h 5464715"/>
                <a:gd name="connsiteX2" fmla="*/ 4363 w 2457647"/>
                <a:gd name="connsiteY2" fmla="*/ 1211540 h 5464715"/>
                <a:gd name="connsiteX3" fmla="*/ 239890 w 2457647"/>
                <a:gd name="connsiteY3" fmla="*/ 394122 h 5464715"/>
                <a:gd name="connsiteX4" fmla="*/ 1015744 w 2457647"/>
                <a:gd name="connsiteY4" fmla="*/ 6194 h 5464715"/>
                <a:gd name="connsiteX5" fmla="*/ 1971708 w 2457647"/>
                <a:gd name="connsiteY5" fmla="*/ 269431 h 5464715"/>
                <a:gd name="connsiteX6" fmla="*/ 2276508 w 2457647"/>
                <a:gd name="connsiteY6" fmla="*/ 1599467 h 5464715"/>
                <a:gd name="connsiteX7" fmla="*/ 1819308 w 2457647"/>
                <a:gd name="connsiteY7" fmla="*/ 2610849 h 5464715"/>
                <a:gd name="connsiteX8" fmla="*/ 1639199 w 2457647"/>
                <a:gd name="connsiteY8" fmla="*/ 3622231 h 5464715"/>
                <a:gd name="connsiteX9" fmla="*/ 2331926 w 2457647"/>
                <a:gd name="connsiteY9" fmla="*/ 4508922 h 5464715"/>
                <a:gd name="connsiteX10" fmla="*/ 2428907 w 2457647"/>
                <a:gd name="connsiteY10" fmla="*/ 5132377 h 5464715"/>
                <a:gd name="connsiteX11" fmla="*/ 1999417 w 2457647"/>
                <a:gd name="connsiteY11" fmla="*/ 5423322 h 5464715"/>
                <a:gd name="connsiteX12" fmla="*/ 724798 w 2457647"/>
                <a:gd name="connsiteY12" fmla="*/ 5381759 h 5464715"/>
                <a:gd name="connsiteX13" fmla="*/ 281453 w 2457647"/>
                <a:gd name="connsiteY13" fmla="*/ 4744449 h 5464715"/>
                <a:gd name="connsiteX0" fmla="*/ 182997 w 2359191"/>
                <a:gd name="connsiteY0" fmla="*/ 4744449 h 5464715"/>
                <a:gd name="connsiteX1" fmla="*/ 2889 w 2359191"/>
                <a:gd name="connsiteY1" fmla="*/ 2790958 h 5464715"/>
                <a:gd name="connsiteX2" fmla="*/ 141434 w 2359191"/>
                <a:gd name="connsiteY2" fmla="*/ 394122 h 5464715"/>
                <a:gd name="connsiteX3" fmla="*/ 917288 w 2359191"/>
                <a:gd name="connsiteY3" fmla="*/ 6194 h 5464715"/>
                <a:gd name="connsiteX4" fmla="*/ 1873252 w 2359191"/>
                <a:gd name="connsiteY4" fmla="*/ 269431 h 5464715"/>
                <a:gd name="connsiteX5" fmla="*/ 2178052 w 2359191"/>
                <a:gd name="connsiteY5" fmla="*/ 1599467 h 5464715"/>
                <a:gd name="connsiteX6" fmla="*/ 1720852 w 2359191"/>
                <a:gd name="connsiteY6" fmla="*/ 2610849 h 5464715"/>
                <a:gd name="connsiteX7" fmla="*/ 1540743 w 2359191"/>
                <a:gd name="connsiteY7" fmla="*/ 3622231 h 5464715"/>
                <a:gd name="connsiteX8" fmla="*/ 2233470 w 2359191"/>
                <a:gd name="connsiteY8" fmla="*/ 4508922 h 5464715"/>
                <a:gd name="connsiteX9" fmla="*/ 2330451 w 2359191"/>
                <a:gd name="connsiteY9" fmla="*/ 5132377 h 5464715"/>
                <a:gd name="connsiteX10" fmla="*/ 1900961 w 2359191"/>
                <a:gd name="connsiteY10" fmla="*/ 5423322 h 5464715"/>
                <a:gd name="connsiteX11" fmla="*/ 626342 w 2359191"/>
                <a:gd name="connsiteY11" fmla="*/ 5381759 h 5464715"/>
                <a:gd name="connsiteX12" fmla="*/ 182997 w 2359191"/>
                <a:gd name="connsiteY12" fmla="*/ 4744449 h 5464715"/>
                <a:gd name="connsiteX0" fmla="*/ 180222 w 2356416"/>
                <a:gd name="connsiteY0" fmla="*/ 4782093 h 5502359"/>
                <a:gd name="connsiteX1" fmla="*/ 114 w 2356416"/>
                <a:gd name="connsiteY1" fmla="*/ 2828602 h 5502359"/>
                <a:gd name="connsiteX2" fmla="*/ 201419 w 2356416"/>
                <a:gd name="connsiteY2" fmla="*/ 982913 h 5502359"/>
                <a:gd name="connsiteX3" fmla="*/ 914513 w 2356416"/>
                <a:gd name="connsiteY3" fmla="*/ 43838 h 5502359"/>
                <a:gd name="connsiteX4" fmla="*/ 1870477 w 2356416"/>
                <a:gd name="connsiteY4" fmla="*/ 307075 h 5502359"/>
                <a:gd name="connsiteX5" fmla="*/ 2175277 w 2356416"/>
                <a:gd name="connsiteY5" fmla="*/ 1637111 h 5502359"/>
                <a:gd name="connsiteX6" fmla="*/ 1718077 w 2356416"/>
                <a:gd name="connsiteY6" fmla="*/ 2648493 h 5502359"/>
                <a:gd name="connsiteX7" fmla="*/ 1537968 w 2356416"/>
                <a:gd name="connsiteY7" fmla="*/ 3659875 h 5502359"/>
                <a:gd name="connsiteX8" fmla="*/ 2230695 w 2356416"/>
                <a:gd name="connsiteY8" fmla="*/ 4546566 h 5502359"/>
                <a:gd name="connsiteX9" fmla="*/ 2327676 w 2356416"/>
                <a:gd name="connsiteY9" fmla="*/ 5170021 h 5502359"/>
                <a:gd name="connsiteX10" fmla="*/ 1898186 w 2356416"/>
                <a:gd name="connsiteY10" fmla="*/ 5460966 h 5502359"/>
                <a:gd name="connsiteX11" fmla="*/ 623567 w 2356416"/>
                <a:gd name="connsiteY11" fmla="*/ 5419403 h 5502359"/>
                <a:gd name="connsiteX12" fmla="*/ 180222 w 2356416"/>
                <a:gd name="connsiteY12" fmla="*/ 4782093 h 5502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56416" h="5502359">
                  <a:moveTo>
                    <a:pt x="180222" y="4782093"/>
                  </a:moveTo>
                  <a:cubicBezTo>
                    <a:pt x="76313" y="4350293"/>
                    <a:pt x="-3419" y="3461799"/>
                    <a:pt x="114" y="2828602"/>
                  </a:cubicBezTo>
                  <a:cubicBezTo>
                    <a:pt x="3647" y="2195405"/>
                    <a:pt x="49019" y="1447040"/>
                    <a:pt x="201419" y="982913"/>
                  </a:cubicBezTo>
                  <a:cubicBezTo>
                    <a:pt x="353819" y="518786"/>
                    <a:pt x="636337" y="156478"/>
                    <a:pt x="914513" y="43838"/>
                  </a:cubicBezTo>
                  <a:cubicBezTo>
                    <a:pt x="1192689" y="-68802"/>
                    <a:pt x="1660350" y="41530"/>
                    <a:pt x="1870477" y="307075"/>
                  </a:cubicBezTo>
                  <a:cubicBezTo>
                    <a:pt x="2080604" y="572620"/>
                    <a:pt x="2200677" y="1246875"/>
                    <a:pt x="2175277" y="1637111"/>
                  </a:cubicBezTo>
                  <a:cubicBezTo>
                    <a:pt x="2149877" y="2027347"/>
                    <a:pt x="1824295" y="2311366"/>
                    <a:pt x="1718077" y="2648493"/>
                  </a:cubicBezTo>
                  <a:cubicBezTo>
                    <a:pt x="1611859" y="2985620"/>
                    <a:pt x="1452532" y="3343530"/>
                    <a:pt x="1537968" y="3659875"/>
                  </a:cubicBezTo>
                  <a:cubicBezTo>
                    <a:pt x="1623404" y="3976221"/>
                    <a:pt x="2099077" y="4294875"/>
                    <a:pt x="2230695" y="4546566"/>
                  </a:cubicBezTo>
                  <a:cubicBezTo>
                    <a:pt x="2362313" y="4798257"/>
                    <a:pt x="2383094" y="5017621"/>
                    <a:pt x="2327676" y="5170021"/>
                  </a:cubicBezTo>
                  <a:cubicBezTo>
                    <a:pt x="2272258" y="5322421"/>
                    <a:pt x="2258404" y="5403239"/>
                    <a:pt x="1898186" y="5460966"/>
                  </a:cubicBezTo>
                  <a:cubicBezTo>
                    <a:pt x="1537968" y="5518693"/>
                    <a:pt x="907585" y="5525621"/>
                    <a:pt x="623567" y="5419403"/>
                  </a:cubicBezTo>
                  <a:cubicBezTo>
                    <a:pt x="339549" y="5313185"/>
                    <a:pt x="284131" y="5213893"/>
                    <a:pt x="180222" y="47820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FA8D769E-DECA-BD18-70CE-759365C2FF80}"/>
                </a:ext>
              </a:extLst>
            </p:cNvPr>
            <p:cNvSpPr/>
            <p:nvPr/>
          </p:nvSpPr>
          <p:spPr>
            <a:xfrm rot="10800000">
              <a:off x="8747807" y="1008139"/>
              <a:ext cx="609600" cy="89356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A7EC9AA5-940A-03F0-5BD1-76FEF7A61A09}"/>
                </a:ext>
              </a:extLst>
            </p:cNvPr>
            <p:cNvSpPr/>
            <p:nvPr/>
          </p:nvSpPr>
          <p:spPr>
            <a:xfrm rot="10800000">
              <a:off x="9519274" y="1213747"/>
              <a:ext cx="274361" cy="5486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42F25F0A-822E-EB29-49D7-D6D4F036D9EF}"/>
                </a:ext>
              </a:extLst>
            </p:cNvPr>
            <p:cNvSpPr/>
            <p:nvPr/>
          </p:nvSpPr>
          <p:spPr>
            <a:xfrm rot="10800000">
              <a:off x="9854512" y="1305187"/>
              <a:ext cx="274361" cy="5486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D70ADFA-3996-A891-304B-9BD20C9A4E3D}"/>
                </a:ext>
              </a:extLst>
            </p:cNvPr>
            <p:cNvSpPr/>
            <p:nvPr/>
          </p:nvSpPr>
          <p:spPr>
            <a:xfrm rot="10800000">
              <a:off x="10205073" y="1416688"/>
              <a:ext cx="274361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F6155B2B-7F26-F65D-A1A7-945513BE680C}"/>
                </a:ext>
              </a:extLst>
            </p:cNvPr>
            <p:cNvSpPr/>
            <p:nvPr/>
          </p:nvSpPr>
          <p:spPr>
            <a:xfrm rot="10800000">
              <a:off x="10540311" y="1670947"/>
              <a:ext cx="274361" cy="365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628810A-6E69-B115-B39C-E6DACC613664}"/>
              </a:ext>
            </a:extLst>
          </p:cNvPr>
          <p:cNvGrpSpPr/>
          <p:nvPr/>
        </p:nvGrpSpPr>
        <p:grpSpPr>
          <a:xfrm rot="10800000">
            <a:off x="5628522" y="3349159"/>
            <a:ext cx="2535747" cy="2823040"/>
            <a:chOff x="1545270" y="1893404"/>
            <a:chExt cx="4411588" cy="4911403"/>
          </a:xfrm>
        </p:grpSpPr>
        <p:sp>
          <p:nvSpPr>
            <p:cNvPr id="68" name="Freeform 4">
              <a:extLst>
                <a:ext uri="{FF2B5EF4-FFF2-40B4-BE49-F238E27FC236}">
                  <a16:creationId xmlns:a16="http://schemas.microsoft.com/office/drawing/2014/main" id="{628AFC1F-9473-7281-4AE5-80047C106346}"/>
                </a:ext>
              </a:extLst>
            </p:cNvPr>
            <p:cNvSpPr/>
            <p:nvPr/>
          </p:nvSpPr>
          <p:spPr>
            <a:xfrm rot="10984993">
              <a:off x="3810812" y="2881509"/>
              <a:ext cx="2140994" cy="3912960"/>
            </a:xfrm>
            <a:custGeom>
              <a:avLst/>
              <a:gdLst>
                <a:gd name="connsiteX0" fmla="*/ 452236 w 2914469"/>
                <a:gd name="connsiteY0" fmla="*/ 4744449 h 5470974"/>
                <a:gd name="connsiteX1" fmla="*/ 8891 w 2914469"/>
                <a:gd name="connsiteY1" fmla="*/ 2749394 h 5470974"/>
                <a:gd name="connsiteX2" fmla="*/ 175146 w 2914469"/>
                <a:gd name="connsiteY2" fmla="*/ 1211540 h 5470974"/>
                <a:gd name="connsiteX3" fmla="*/ 410673 w 2914469"/>
                <a:gd name="connsiteY3" fmla="*/ 394122 h 5470974"/>
                <a:gd name="connsiteX4" fmla="*/ 1186527 w 2914469"/>
                <a:gd name="connsiteY4" fmla="*/ 6194 h 5470974"/>
                <a:gd name="connsiteX5" fmla="*/ 2142491 w 2914469"/>
                <a:gd name="connsiteY5" fmla="*/ 269431 h 5470974"/>
                <a:gd name="connsiteX6" fmla="*/ 2447291 w 2914469"/>
                <a:gd name="connsiteY6" fmla="*/ 1599467 h 5470974"/>
                <a:gd name="connsiteX7" fmla="*/ 1990091 w 2914469"/>
                <a:gd name="connsiteY7" fmla="*/ 2610849 h 5470974"/>
                <a:gd name="connsiteX8" fmla="*/ 1809982 w 2914469"/>
                <a:gd name="connsiteY8" fmla="*/ 3622231 h 5470974"/>
                <a:gd name="connsiteX9" fmla="*/ 2655109 w 2914469"/>
                <a:gd name="connsiteY9" fmla="*/ 4522776 h 5470974"/>
                <a:gd name="connsiteX10" fmla="*/ 2890636 w 2914469"/>
                <a:gd name="connsiteY10" fmla="*/ 5049249 h 5470974"/>
                <a:gd name="connsiteX11" fmla="*/ 2170200 w 2914469"/>
                <a:gd name="connsiteY11" fmla="*/ 5423322 h 5470974"/>
                <a:gd name="connsiteX12" fmla="*/ 729327 w 2914469"/>
                <a:gd name="connsiteY12" fmla="*/ 5395613 h 5470974"/>
                <a:gd name="connsiteX13" fmla="*/ 452236 w 2914469"/>
                <a:gd name="connsiteY13" fmla="*/ 4744449 h 5470974"/>
                <a:gd name="connsiteX0" fmla="*/ 452236 w 2733397"/>
                <a:gd name="connsiteY0" fmla="*/ 4744449 h 5470974"/>
                <a:gd name="connsiteX1" fmla="*/ 8891 w 2733397"/>
                <a:gd name="connsiteY1" fmla="*/ 2749394 h 5470974"/>
                <a:gd name="connsiteX2" fmla="*/ 175146 w 2733397"/>
                <a:gd name="connsiteY2" fmla="*/ 1211540 h 5470974"/>
                <a:gd name="connsiteX3" fmla="*/ 410673 w 2733397"/>
                <a:gd name="connsiteY3" fmla="*/ 394122 h 5470974"/>
                <a:gd name="connsiteX4" fmla="*/ 1186527 w 2733397"/>
                <a:gd name="connsiteY4" fmla="*/ 6194 h 5470974"/>
                <a:gd name="connsiteX5" fmla="*/ 2142491 w 2733397"/>
                <a:gd name="connsiteY5" fmla="*/ 269431 h 5470974"/>
                <a:gd name="connsiteX6" fmla="*/ 2447291 w 2733397"/>
                <a:gd name="connsiteY6" fmla="*/ 1599467 h 5470974"/>
                <a:gd name="connsiteX7" fmla="*/ 1990091 w 2733397"/>
                <a:gd name="connsiteY7" fmla="*/ 2610849 h 5470974"/>
                <a:gd name="connsiteX8" fmla="*/ 1809982 w 2733397"/>
                <a:gd name="connsiteY8" fmla="*/ 3622231 h 5470974"/>
                <a:gd name="connsiteX9" fmla="*/ 2655109 w 2733397"/>
                <a:gd name="connsiteY9" fmla="*/ 4522776 h 5470974"/>
                <a:gd name="connsiteX10" fmla="*/ 2641254 w 2733397"/>
                <a:gd name="connsiteY10" fmla="*/ 5146231 h 5470974"/>
                <a:gd name="connsiteX11" fmla="*/ 2170200 w 2733397"/>
                <a:gd name="connsiteY11" fmla="*/ 5423322 h 5470974"/>
                <a:gd name="connsiteX12" fmla="*/ 729327 w 2733397"/>
                <a:gd name="connsiteY12" fmla="*/ 5395613 h 5470974"/>
                <a:gd name="connsiteX13" fmla="*/ 452236 w 2733397"/>
                <a:gd name="connsiteY13" fmla="*/ 4744449 h 5470974"/>
                <a:gd name="connsiteX0" fmla="*/ 452236 w 2662490"/>
                <a:gd name="connsiteY0" fmla="*/ 4744449 h 5470974"/>
                <a:gd name="connsiteX1" fmla="*/ 8891 w 2662490"/>
                <a:gd name="connsiteY1" fmla="*/ 2749394 h 5470974"/>
                <a:gd name="connsiteX2" fmla="*/ 175146 w 2662490"/>
                <a:gd name="connsiteY2" fmla="*/ 1211540 h 5470974"/>
                <a:gd name="connsiteX3" fmla="*/ 410673 w 2662490"/>
                <a:gd name="connsiteY3" fmla="*/ 394122 h 5470974"/>
                <a:gd name="connsiteX4" fmla="*/ 1186527 w 2662490"/>
                <a:gd name="connsiteY4" fmla="*/ 6194 h 5470974"/>
                <a:gd name="connsiteX5" fmla="*/ 2142491 w 2662490"/>
                <a:gd name="connsiteY5" fmla="*/ 269431 h 5470974"/>
                <a:gd name="connsiteX6" fmla="*/ 2447291 w 2662490"/>
                <a:gd name="connsiteY6" fmla="*/ 1599467 h 5470974"/>
                <a:gd name="connsiteX7" fmla="*/ 1990091 w 2662490"/>
                <a:gd name="connsiteY7" fmla="*/ 2610849 h 5470974"/>
                <a:gd name="connsiteX8" fmla="*/ 1809982 w 2662490"/>
                <a:gd name="connsiteY8" fmla="*/ 3622231 h 5470974"/>
                <a:gd name="connsiteX9" fmla="*/ 2502709 w 2662490"/>
                <a:gd name="connsiteY9" fmla="*/ 4508922 h 5470974"/>
                <a:gd name="connsiteX10" fmla="*/ 2641254 w 2662490"/>
                <a:gd name="connsiteY10" fmla="*/ 5146231 h 5470974"/>
                <a:gd name="connsiteX11" fmla="*/ 2170200 w 2662490"/>
                <a:gd name="connsiteY11" fmla="*/ 5423322 h 5470974"/>
                <a:gd name="connsiteX12" fmla="*/ 729327 w 2662490"/>
                <a:gd name="connsiteY12" fmla="*/ 5395613 h 5470974"/>
                <a:gd name="connsiteX13" fmla="*/ 452236 w 2662490"/>
                <a:gd name="connsiteY13" fmla="*/ 4744449 h 5470974"/>
                <a:gd name="connsiteX0" fmla="*/ 452236 w 2628430"/>
                <a:gd name="connsiteY0" fmla="*/ 4744449 h 5470974"/>
                <a:gd name="connsiteX1" fmla="*/ 8891 w 2628430"/>
                <a:gd name="connsiteY1" fmla="*/ 2749394 h 5470974"/>
                <a:gd name="connsiteX2" fmla="*/ 175146 w 2628430"/>
                <a:gd name="connsiteY2" fmla="*/ 1211540 h 5470974"/>
                <a:gd name="connsiteX3" fmla="*/ 410673 w 2628430"/>
                <a:gd name="connsiteY3" fmla="*/ 394122 h 5470974"/>
                <a:gd name="connsiteX4" fmla="*/ 1186527 w 2628430"/>
                <a:gd name="connsiteY4" fmla="*/ 6194 h 5470974"/>
                <a:gd name="connsiteX5" fmla="*/ 2142491 w 2628430"/>
                <a:gd name="connsiteY5" fmla="*/ 269431 h 5470974"/>
                <a:gd name="connsiteX6" fmla="*/ 2447291 w 2628430"/>
                <a:gd name="connsiteY6" fmla="*/ 1599467 h 5470974"/>
                <a:gd name="connsiteX7" fmla="*/ 1990091 w 2628430"/>
                <a:gd name="connsiteY7" fmla="*/ 2610849 h 5470974"/>
                <a:gd name="connsiteX8" fmla="*/ 1809982 w 2628430"/>
                <a:gd name="connsiteY8" fmla="*/ 3622231 h 5470974"/>
                <a:gd name="connsiteX9" fmla="*/ 2502709 w 2628430"/>
                <a:gd name="connsiteY9" fmla="*/ 4508922 h 5470974"/>
                <a:gd name="connsiteX10" fmla="*/ 2599690 w 2628430"/>
                <a:gd name="connsiteY10" fmla="*/ 5132377 h 5470974"/>
                <a:gd name="connsiteX11" fmla="*/ 2170200 w 2628430"/>
                <a:gd name="connsiteY11" fmla="*/ 5423322 h 5470974"/>
                <a:gd name="connsiteX12" fmla="*/ 729327 w 2628430"/>
                <a:gd name="connsiteY12" fmla="*/ 5395613 h 5470974"/>
                <a:gd name="connsiteX13" fmla="*/ 452236 w 2628430"/>
                <a:gd name="connsiteY13" fmla="*/ 4744449 h 5470974"/>
                <a:gd name="connsiteX0" fmla="*/ 452236 w 2628430"/>
                <a:gd name="connsiteY0" fmla="*/ 4744449 h 5464715"/>
                <a:gd name="connsiteX1" fmla="*/ 8891 w 2628430"/>
                <a:gd name="connsiteY1" fmla="*/ 2749394 h 5464715"/>
                <a:gd name="connsiteX2" fmla="*/ 175146 w 2628430"/>
                <a:gd name="connsiteY2" fmla="*/ 1211540 h 5464715"/>
                <a:gd name="connsiteX3" fmla="*/ 410673 w 2628430"/>
                <a:gd name="connsiteY3" fmla="*/ 394122 h 5464715"/>
                <a:gd name="connsiteX4" fmla="*/ 1186527 w 2628430"/>
                <a:gd name="connsiteY4" fmla="*/ 6194 h 5464715"/>
                <a:gd name="connsiteX5" fmla="*/ 2142491 w 2628430"/>
                <a:gd name="connsiteY5" fmla="*/ 269431 h 5464715"/>
                <a:gd name="connsiteX6" fmla="*/ 2447291 w 2628430"/>
                <a:gd name="connsiteY6" fmla="*/ 1599467 h 5464715"/>
                <a:gd name="connsiteX7" fmla="*/ 1990091 w 2628430"/>
                <a:gd name="connsiteY7" fmla="*/ 2610849 h 5464715"/>
                <a:gd name="connsiteX8" fmla="*/ 1809982 w 2628430"/>
                <a:gd name="connsiteY8" fmla="*/ 3622231 h 5464715"/>
                <a:gd name="connsiteX9" fmla="*/ 2502709 w 2628430"/>
                <a:gd name="connsiteY9" fmla="*/ 4508922 h 5464715"/>
                <a:gd name="connsiteX10" fmla="*/ 2599690 w 2628430"/>
                <a:gd name="connsiteY10" fmla="*/ 5132377 h 5464715"/>
                <a:gd name="connsiteX11" fmla="*/ 2170200 w 2628430"/>
                <a:gd name="connsiteY11" fmla="*/ 5423322 h 5464715"/>
                <a:gd name="connsiteX12" fmla="*/ 895581 w 2628430"/>
                <a:gd name="connsiteY12" fmla="*/ 5381759 h 5464715"/>
                <a:gd name="connsiteX13" fmla="*/ 452236 w 2628430"/>
                <a:gd name="connsiteY13" fmla="*/ 4744449 h 5464715"/>
                <a:gd name="connsiteX0" fmla="*/ 281453 w 2457647"/>
                <a:gd name="connsiteY0" fmla="*/ 4744449 h 5464715"/>
                <a:gd name="connsiteX1" fmla="*/ 101345 w 2457647"/>
                <a:gd name="connsiteY1" fmla="*/ 2790958 h 5464715"/>
                <a:gd name="connsiteX2" fmla="*/ 4363 w 2457647"/>
                <a:gd name="connsiteY2" fmla="*/ 1211540 h 5464715"/>
                <a:gd name="connsiteX3" fmla="*/ 239890 w 2457647"/>
                <a:gd name="connsiteY3" fmla="*/ 394122 h 5464715"/>
                <a:gd name="connsiteX4" fmla="*/ 1015744 w 2457647"/>
                <a:gd name="connsiteY4" fmla="*/ 6194 h 5464715"/>
                <a:gd name="connsiteX5" fmla="*/ 1971708 w 2457647"/>
                <a:gd name="connsiteY5" fmla="*/ 269431 h 5464715"/>
                <a:gd name="connsiteX6" fmla="*/ 2276508 w 2457647"/>
                <a:gd name="connsiteY6" fmla="*/ 1599467 h 5464715"/>
                <a:gd name="connsiteX7" fmla="*/ 1819308 w 2457647"/>
                <a:gd name="connsiteY7" fmla="*/ 2610849 h 5464715"/>
                <a:gd name="connsiteX8" fmla="*/ 1639199 w 2457647"/>
                <a:gd name="connsiteY8" fmla="*/ 3622231 h 5464715"/>
                <a:gd name="connsiteX9" fmla="*/ 2331926 w 2457647"/>
                <a:gd name="connsiteY9" fmla="*/ 4508922 h 5464715"/>
                <a:gd name="connsiteX10" fmla="*/ 2428907 w 2457647"/>
                <a:gd name="connsiteY10" fmla="*/ 5132377 h 5464715"/>
                <a:gd name="connsiteX11" fmla="*/ 1999417 w 2457647"/>
                <a:gd name="connsiteY11" fmla="*/ 5423322 h 5464715"/>
                <a:gd name="connsiteX12" fmla="*/ 724798 w 2457647"/>
                <a:gd name="connsiteY12" fmla="*/ 5381759 h 5464715"/>
                <a:gd name="connsiteX13" fmla="*/ 281453 w 2457647"/>
                <a:gd name="connsiteY13" fmla="*/ 4744449 h 5464715"/>
                <a:gd name="connsiteX0" fmla="*/ 182997 w 2359191"/>
                <a:gd name="connsiteY0" fmla="*/ 4744449 h 5464715"/>
                <a:gd name="connsiteX1" fmla="*/ 2889 w 2359191"/>
                <a:gd name="connsiteY1" fmla="*/ 2790958 h 5464715"/>
                <a:gd name="connsiteX2" fmla="*/ 141434 w 2359191"/>
                <a:gd name="connsiteY2" fmla="*/ 394122 h 5464715"/>
                <a:gd name="connsiteX3" fmla="*/ 917288 w 2359191"/>
                <a:gd name="connsiteY3" fmla="*/ 6194 h 5464715"/>
                <a:gd name="connsiteX4" fmla="*/ 1873252 w 2359191"/>
                <a:gd name="connsiteY4" fmla="*/ 269431 h 5464715"/>
                <a:gd name="connsiteX5" fmla="*/ 2178052 w 2359191"/>
                <a:gd name="connsiteY5" fmla="*/ 1599467 h 5464715"/>
                <a:gd name="connsiteX6" fmla="*/ 1720852 w 2359191"/>
                <a:gd name="connsiteY6" fmla="*/ 2610849 h 5464715"/>
                <a:gd name="connsiteX7" fmla="*/ 1540743 w 2359191"/>
                <a:gd name="connsiteY7" fmla="*/ 3622231 h 5464715"/>
                <a:gd name="connsiteX8" fmla="*/ 2233470 w 2359191"/>
                <a:gd name="connsiteY8" fmla="*/ 4508922 h 5464715"/>
                <a:gd name="connsiteX9" fmla="*/ 2330451 w 2359191"/>
                <a:gd name="connsiteY9" fmla="*/ 5132377 h 5464715"/>
                <a:gd name="connsiteX10" fmla="*/ 1900961 w 2359191"/>
                <a:gd name="connsiteY10" fmla="*/ 5423322 h 5464715"/>
                <a:gd name="connsiteX11" fmla="*/ 626342 w 2359191"/>
                <a:gd name="connsiteY11" fmla="*/ 5381759 h 5464715"/>
                <a:gd name="connsiteX12" fmla="*/ 182997 w 2359191"/>
                <a:gd name="connsiteY12" fmla="*/ 4744449 h 5464715"/>
                <a:gd name="connsiteX0" fmla="*/ 180222 w 2356416"/>
                <a:gd name="connsiteY0" fmla="*/ 4782093 h 5502359"/>
                <a:gd name="connsiteX1" fmla="*/ 114 w 2356416"/>
                <a:gd name="connsiteY1" fmla="*/ 2828602 h 5502359"/>
                <a:gd name="connsiteX2" fmla="*/ 201419 w 2356416"/>
                <a:gd name="connsiteY2" fmla="*/ 982913 h 5502359"/>
                <a:gd name="connsiteX3" fmla="*/ 914513 w 2356416"/>
                <a:gd name="connsiteY3" fmla="*/ 43838 h 5502359"/>
                <a:gd name="connsiteX4" fmla="*/ 1870477 w 2356416"/>
                <a:gd name="connsiteY4" fmla="*/ 307075 h 5502359"/>
                <a:gd name="connsiteX5" fmla="*/ 2175277 w 2356416"/>
                <a:gd name="connsiteY5" fmla="*/ 1637111 h 5502359"/>
                <a:gd name="connsiteX6" fmla="*/ 1718077 w 2356416"/>
                <a:gd name="connsiteY6" fmla="*/ 2648493 h 5502359"/>
                <a:gd name="connsiteX7" fmla="*/ 1537968 w 2356416"/>
                <a:gd name="connsiteY7" fmla="*/ 3659875 h 5502359"/>
                <a:gd name="connsiteX8" fmla="*/ 2230695 w 2356416"/>
                <a:gd name="connsiteY8" fmla="*/ 4546566 h 5502359"/>
                <a:gd name="connsiteX9" fmla="*/ 2327676 w 2356416"/>
                <a:gd name="connsiteY9" fmla="*/ 5170021 h 5502359"/>
                <a:gd name="connsiteX10" fmla="*/ 1898186 w 2356416"/>
                <a:gd name="connsiteY10" fmla="*/ 5460966 h 5502359"/>
                <a:gd name="connsiteX11" fmla="*/ 623567 w 2356416"/>
                <a:gd name="connsiteY11" fmla="*/ 5419403 h 5502359"/>
                <a:gd name="connsiteX12" fmla="*/ 180222 w 2356416"/>
                <a:gd name="connsiteY12" fmla="*/ 4782093 h 5502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56416" h="5502359">
                  <a:moveTo>
                    <a:pt x="180222" y="4782093"/>
                  </a:moveTo>
                  <a:cubicBezTo>
                    <a:pt x="76313" y="4350293"/>
                    <a:pt x="-3419" y="3461799"/>
                    <a:pt x="114" y="2828602"/>
                  </a:cubicBezTo>
                  <a:cubicBezTo>
                    <a:pt x="3647" y="2195405"/>
                    <a:pt x="49019" y="1447040"/>
                    <a:pt x="201419" y="982913"/>
                  </a:cubicBezTo>
                  <a:cubicBezTo>
                    <a:pt x="353819" y="518786"/>
                    <a:pt x="636337" y="156478"/>
                    <a:pt x="914513" y="43838"/>
                  </a:cubicBezTo>
                  <a:cubicBezTo>
                    <a:pt x="1192689" y="-68802"/>
                    <a:pt x="1660350" y="41530"/>
                    <a:pt x="1870477" y="307075"/>
                  </a:cubicBezTo>
                  <a:cubicBezTo>
                    <a:pt x="2080604" y="572620"/>
                    <a:pt x="2200677" y="1246875"/>
                    <a:pt x="2175277" y="1637111"/>
                  </a:cubicBezTo>
                  <a:cubicBezTo>
                    <a:pt x="2149877" y="2027347"/>
                    <a:pt x="1824295" y="2311366"/>
                    <a:pt x="1718077" y="2648493"/>
                  </a:cubicBezTo>
                  <a:cubicBezTo>
                    <a:pt x="1611859" y="2985620"/>
                    <a:pt x="1452532" y="3343530"/>
                    <a:pt x="1537968" y="3659875"/>
                  </a:cubicBezTo>
                  <a:cubicBezTo>
                    <a:pt x="1623404" y="3976221"/>
                    <a:pt x="2099077" y="4294875"/>
                    <a:pt x="2230695" y="4546566"/>
                  </a:cubicBezTo>
                  <a:cubicBezTo>
                    <a:pt x="2362313" y="4798257"/>
                    <a:pt x="2383094" y="5017621"/>
                    <a:pt x="2327676" y="5170021"/>
                  </a:cubicBezTo>
                  <a:cubicBezTo>
                    <a:pt x="2272258" y="5322421"/>
                    <a:pt x="2258404" y="5403239"/>
                    <a:pt x="1898186" y="5460966"/>
                  </a:cubicBezTo>
                  <a:cubicBezTo>
                    <a:pt x="1537968" y="5518693"/>
                    <a:pt x="907585" y="5525621"/>
                    <a:pt x="623567" y="5419403"/>
                  </a:cubicBezTo>
                  <a:cubicBezTo>
                    <a:pt x="339549" y="5313185"/>
                    <a:pt x="284131" y="5213893"/>
                    <a:pt x="180222" y="47820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5">
              <a:extLst>
                <a:ext uri="{FF2B5EF4-FFF2-40B4-BE49-F238E27FC236}">
                  <a16:creationId xmlns:a16="http://schemas.microsoft.com/office/drawing/2014/main" id="{84DB8AB6-9BF5-91FA-D124-6EEA85B3702C}"/>
                </a:ext>
              </a:extLst>
            </p:cNvPr>
            <p:cNvSpPr/>
            <p:nvPr/>
          </p:nvSpPr>
          <p:spPr>
            <a:xfrm rot="10626065" flipH="1">
              <a:off x="1545270" y="2881673"/>
              <a:ext cx="2141772" cy="3923134"/>
            </a:xfrm>
            <a:custGeom>
              <a:avLst/>
              <a:gdLst>
                <a:gd name="connsiteX0" fmla="*/ 452236 w 2914469"/>
                <a:gd name="connsiteY0" fmla="*/ 4744449 h 5470974"/>
                <a:gd name="connsiteX1" fmla="*/ 8891 w 2914469"/>
                <a:gd name="connsiteY1" fmla="*/ 2749394 h 5470974"/>
                <a:gd name="connsiteX2" fmla="*/ 175146 w 2914469"/>
                <a:gd name="connsiteY2" fmla="*/ 1211540 h 5470974"/>
                <a:gd name="connsiteX3" fmla="*/ 410673 w 2914469"/>
                <a:gd name="connsiteY3" fmla="*/ 394122 h 5470974"/>
                <a:gd name="connsiteX4" fmla="*/ 1186527 w 2914469"/>
                <a:gd name="connsiteY4" fmla="*/ 6194 h 5470974"/>
                <a:gd name="connsiteX5" fmla="*/ 2142491 w 2914469"/>
                <a:gd name="connsiteY5" fmla="*/ 269431 h 5470974"/>
                <a:gd name="connsiteX6" fmla="*/ 2447291 w 2914469"/>
                <a:gd name="connsiteY6" fmla="*/ 1599467 h 5470974"/>
                <a:gd name="connsiteX7" fmla="*/ 1990091 w 2914469"/>
                <a:gd name="connsiteY7" fmla="*/ 2610849 h 5470974"/>
                <a:gd name="connsiteX8" fmla="*/ 1809982 w 2914469"/>
                <a:gd name="connsiteY8" fmla="*/ 3622231 h 5470974"/>
                <a:gd name="connsiteX9" fmla="*/ 2655109 w 2914469"/>
                <a:gd name="connsiteY9" fmla="*/ 4522776 h 5470974"/>
                <a:gd name="connsiteX10" fmla="*/ 2890636 w 2914469"/>
                <a:gd name="connsiteY10" fmla="*/ 5049249 h 5470974"/>
                <a:gd name="connsiteX11" fmla="*/ 2170200 w 2914469"/>
                <a:gd name="connsiteY11" fmla="*/ 5423322 h 5470974"/>
                <a:gd name="connsiteX12" fmla="*/ 729327 w 2914469"/>
                <a:gd name="connsiteY12" fmla="*/ 5395613 h 5470974"/>
                <a:gd name="connsiteX13" fmla="*/ 452236 w 2914469"/>
                <a:gd name="connsiteY13" fmla="*/ 4744449 h 5470974"/>
                <a:gd name="connsiteX0" fmla="*/ 452236 w 2733397"/>
                <a:gd name="connsiteY0" fmla="*/ 4744449 h 5470974"/>
                <a:gd name="connsiteX1" fmla="*/ 8891 w 2733397"/>
                <a:gd name="connsiteY1" fmla="*/ 2749394 h 5470974"/>
                <a:gd name="connsiteX2" fmla="*/ 175146 w 2733397"/>
                <a:gd name="connsiteY2" fmla="*/ 1211540 h 5470974"/>
                <a:gd name="connsiteX3" fmla="*/ 410673 w 2733397"/>
                <a:gd name="connsiteY3" fmla="*/ 394122 h 5470974"/>
                <a:gd name="connsiteX4" fmla="*/ 1186527 w 2733397"/>
                <a:gd name="connsiteY4" fmla="*/ 6194 h 5470974"/>
                <a:gd name="connsiteX5" fmla="*/ 2142491 w 2733397"/>
                <a:gd name="connsiteY5" fmla="*/ 269431 h 5470974"/>
                <a:gd name="connsiteX6" fmla="*/ 2447291 w 2733397"/>
                <a:gd name="connsiteY6" fmla="*/ 1599467 h 5470974"/>
                <a:gd name="connsiteX7" fmla="*/ 1990091 w 2733397"/>
                <a:gd name="connsiteY7" fmla="*/ 2610849 h 5470974"/>
                <a:gd name="connsiteX8" fmla="*/ 1809982 w 2733397"/>
                <a:gd name="connsiteY8" fmla="*/ 3622231 h 5470974"/>
                <a:gd name="connsiteX9" fmla="*/ 2655109 w 2733397"/>
                <a:gd name="connsiteY9" fmla="*/ 4522776 h 5470974"/>
                <a:gd name="connsiteX10" fmla="*/ 2641254 w 2733397"/>
                <a:gd name="connsiteY10" fmla="*/ 5146231 h 5470974"/>
                <a:gd name="connsiteX11" fmla="*/ 2170200 w 2733397"/>
                <a:gd name="connsiteY11" fmla="*/ 5423322 h 5470974"/>
                <a:gd name="connsiteX12" fmla="*/ 729327 w 2733397"/>
                <a:gd name="connsiteY12" fmla="*/ 5395613 h 5470974"/>
                <a:gd name="connsiteX13" fmla="*/ 452236 w 2733397"/>
                <a:gd name="connsiteY13" fmla="*/ 4744449 h 5470974"/>
                <a:gd name="connsiteX0" fmla="*/ 452236 w 2662490"/>
                <a:gd name="connsiteY0" fmla="*/ 4744449 h 5470974"/>
                <a:gd name="connsiteX1" fmla="*/ 8891 w 2662490"/>
                <a:gd name="connsiteY1" fmla="*/ 2749394 h 5470974"/>
                <a:gd name="connsiteX2" fmla="*/ 175146 w 2662490"/>
                <a:gd name="connsiteY2" fmla="*/ 1211540 h 5470974"/>
                <a:gd name="connsiteX3" fmla="*/ 410673 w 2662490"/>
                <a:gd name="connsiteY3" fmla="*/ 394122 h 5470974"/>
                <a:gd name="connsiteX4" fmla="*/ 1186527 w 2662490"/>
                <a:gd name="connsiteY4" fmla="*/ 6194 h 5470974"/>
                <a:gd name="connsiteX5" fmla="*/ 2142491 w 2662490"/>
                <a:gd name="connsiteY5" fmla="*/ 269431 h 5470974"/>
                <a:gd name="connsiteX6" fmla="*/ 2447291 w 2662490"/>
                <a:gd name="connsiteY6" fmla="*/ 1599467 h 5470974"/>
                <a:gd name="connsiteX7" fmla="*/ 1990091 w 2662490"/>
                <a:gd name="connsiteY7" fmla="*/ 2610849 h 5470974"/>
                <a:gd name="connsiteX8" fmla="*/ 1809982 w 2662490"/>
                <a:gd name="connsiteY8" fmla="*/ 3622231 h 5470974"/>
                <a:gd name="connsiteX9" fmla="*/ 2502709 w 2662490"/>
                <a:gd name="connsiteY9" fmla="*/ 4508922 h 5470974"/>
                <a:gd name="connsiteX10" fmla="*/ 2641254 w 2662490"/>
                <a:gd name="connsiteY10" fmla="*/ 5146231 h 5470974"/>
                <a:gd name="connsiteX11" fmla="*/ 2170200 w 2662490"/>
                <a:gd name="connsiteY11" fmla="*/ 5423322 h 5470974"/>
                <a:gd name="connsiteX12" fmla="*/ 729327 w 2662490"/>
                <a:gd name="connsiteY12" fmla="*/ 5395613 h 5470974"/>
                <a:gd name="connsiteX13" fmla="*/ 452236 w 2662490"/>
                <a:gd name="connsiteY13" fmla="*/ 4744449 h 5470974"/>
                <a:gd name="connsiteX0" fmla="*/ 452236 w 2628430"/>
                <a:gd name="connsiteY0" fmla="*/ 4744449 h 5470974"/>
                <a:gd name="connsiteX1" fmla="*/ 8891 w 2628430"/>
                <a:gd name="connsiteY1" fmla="*/ 2749394 h 5470974"/>
                <a:gd name="connsiteX2" fmla="*/ 175146 w 2628430"/>
                <a:gd name="connsiteY2" fmla="*/ 1211540 h 5470974"/>
                <a:gd name="connsiteX3" fmla="*/ 410673 w 2628430"/>
                <a:gd name="connsiteY3" fmla="*/ 394122 h 5470974"/>
                <a:gd name="connsiteX4" fmla="*/ 1186527 w 2628430"/>
                <a:gd name="connsiteY4" fmla="*/ 6194 h 5470974"/>
                <a:gd name="connsiteX5" fmla="*/ 2142491 w 2628430"/>
                <a:gd name="connsiteY5" fmla="*/ 269431 h 5470974"/>
                <a:gd name="connsiteX6" fmla="*/ 2447291 w 2628430"/>
                <a:gd name="connsiteY6" fmla="*/ 1599467 h 5470974"/>
                <a:gd name="connsiteX7" fmla="*/ 1990091 w 2628430"/>
                <a:gd name="connsiteY7" fmla="*/ 2610849 h 5470974"/>
                <a:gd name="connsiteX8" fmla="*/ 1809982 w 2628430"/>
                <a:gd name="connsiteY8" fmla="*/ 3622231 h 5470974"/>
                <a:gd name="connsiteX9" fmla="*/ 2502709 w 2628430"/>
                <a:gd name="connsiteY9" fmla="*/ 4508922 h 5470974"/>
                <a:gd name="connsiteX10" fmla="*/ 2599690 w 2628430"/>
                <a:gd name="connsiteY10" fmla="*/ 5132377 h 5470974"/>
                <a:gd name="connsiteX11" fmla="*/ 2170200 w 2628430"/>
                <a:gd name="connsiteY11" fmla="*/ 5423322 h 5470974"/>
                <a:gd name="connsiteX12" fmla="*/ 729327 w 2628430"/>
                <a:gd name="connsiteY12" fmla="*/ 5395613 h 5470974"/>
                <a:gd name="connsiteX13" fmla="*/ 452236 w 2628430"/>
                <a:gd name="connsiteY13" fmla="*/ 4744449 h 5470974"/>
                <a:gd name="connsiteX0" fmla="*/ 452236 w 2628430"/>
                <a:gd name="connsiteY0" fmla="*/ 4744449 h 5464715"/>
                <a:gd name="connsiteX1" fmla="*/ 8891 w 2628430"/>
                <a:gd name="connsiteY1" fmla="*/ 2749394 h 5464715"/>
                <a:gd name="connsiteX2" fmla="*/ 175146 w 2628430"/>
                <a:gd name="connsiteY2" fmla="*/ 1211540 h 5464715"/>
                <a:gd name="connsiteX3" fmla="*/ 410673 w 2628430"/>
                <a:gd name="connsiteY3" fmla="*/ 394122 h 5464715"/>
                <a:gd name="connsiteX4" fmla="*/ 1186527 w 2628430"/>
                <a:gd name="connsiteY4" fmla="*/ 6194 h 5464715"/>
                <a:gd name="connsiteX5" fmla="*/ 2142491 w 2628430"/>
                <a:gd name="connsiteY5" fmla="*/ 269431 h 5464715"/>
                <a:gd name="connsiteX6" fmla="*/ 2447291 w 2628430"/>
                <a:gd name="connsiteY6" fmla="*/ 1599467 h 5464715"/>
                <a:gd name="connsiteX7" fmla="*/ 1990091 w 2628430"/>
                <a:gd name="connsiteY7" fmla="*/ 2610849 h 5464715"/>
                <a:gd name="connsiteX8" fmla="*/ 1809982 w 2628430"/>
                <a:gd name="connsiteY8" fmla="*/ 3622231 h 5464715"/>
                <a:gd name="connsiteX9" fmla="*/ 2502709 w 2628430"/>
                <a:gd name="connsiteY9" fmla="*/ 4508922 h 5464715"/>
                <a:gd name="connsiteX10" fmla="*/ 2599690 w 2628430"/>
                <a:gd name="connsiteY10" fmla="*/ 5132377 h 5464715"/>
                <a:gd name="connsiteX11" fmla="*/ 2170200 w 2628430"/>
                <a:gd name="connsiteY11" fmla="*/ 5423322 h 5464715"/>
                <a:gd name="connsiteX12" fmla="*/ 895581 w 2628430"/>
                <a:gd name="connsiteY12" fmla="*/ 5381759 h 5464715"/>
                <a:gd name="connsiteX13" fmla="*/ 452236 w 2628430"/>
                <a:gd name="connsiteY13" fmla="*/ 4744449 h 5464715"/>
                <a:gd name="connsiteX0" fmla="*/ 281453 w 2457647"/>
                <a:gd name="connsiteY0" fmla="*/ 4744449 h 5464715"/>
                <a:gd name="connsiteX1" fmla="*/ 101345 w 2457647"/>
                <a:gd name="connsiteY1" fmla="*/ 2790958 h 5464715"/>
                <a:gd name="connsiteX2" fmla="*/ 4363 w 2457647"/>
                <a:gd name="connsiteY2" fmla="*/ 1211540 h 5464715"/>
                <a:gd name="connsiteX3" fmla="*/ 239890 w 2457647"/>
                <a:gd name="connsiteY3" fmla="*/ 394122 h 5464715"/>
                <a:gd name="connsiteX4" fmla="*/ 1015744 w 2457647"/>
                <a:gd name="connsiteY4" fmla="*/ 6194 h 5464715"/>
                <a:gd name="connsiteX5" fmla="*/ 1971708 w 2457647"/>
                <a:gd name="connsiteY5" fmla="*/ 269431 h 5464715"/>
                <a:gd name="connsiteX6" fmla="*/ 2276508 w 2457647"/>
                <a:gd name="connsiteY6" fmla="*/ 1599467 h 5464715"/>
                <a:gd name="connsiteX7" fmla="*/ 1819308 w 2457647"/>
                <a:gd name="connsiteY7" fmla="*/ 2610849 h 5464715"/>
                <a:gd name="connsiteX8" fmla="*/ 1639199 w 2457647"/>
                <a:gd name="connsiteY8" fmla="*/ 3622231 h 5464715"/>
                <a:gd name="connsiteX9" fmla="*/ 2331926 w 2457647"/>
                <a:gd name="connsiteY9" fmla="*/ 4508922 h 5464715"/>
                <a:gd name="connsiteX10" fmla="*/ 2428907 w 2457647"/>
                <a:gd name="connsiteY10" fmla="*/ 5132377 h 5464715"/>
                <a:gd name="connsiteX11" fmla="*/ 1999417 w 2457647"/>
                <a:gd name="connsiteY11" fmla="*/ 5423322 h 5464715"/>
                <a:gd name="connsiteX12" fmla="*/ 724798 w 2457647"/>
                <a:gd name="connsiteY12" fmla="*/ 5381759 h 5464715"/>
                <a:gd name="connsiteX13" fmla="*/ 281453 w 2457647"/>
                <a:gd name="connsiteY13" fmla="*/ 4744449 h 5464715"/>
                <a:gd name="connsiteX0" fmla="*/ 182997 w 2359191"/>
                <a:gd name="connsiteY0" fmla="*/ 4744449 h 5464715"/>
                <a:gd name="connsiteX1" fmla="*/ 2889 w 2359191"/>
                <a:gd name="connsiteY1" fmla="*/ 2790958 h 5464715"/>
                <a:gd name="connsiteX2" fmla="*/ 141434 w 2359191"/>
                <a:gd name="connsiteY2" fmla="*/ 394122 h 5464715"/>
                <a:gd name="connsiteX3" fmla="*/ 917288 w 2359191"/>
                <a:gd name="connsiteY3" fmla="*/ 6194 h 5464715"/>
                <a:gd name="connsiteX4" fmla="*/ 1873252 w 2359191"/>
                <a:gd name="connsiteY4" fmla="*/ 269431 h 5464715"/>
                <a:gd name="connsiteX5" fmla="*/ 2178052 w 2359191"/>
                <a:gd name="connsiteY5" fmla="*/ 1599467 h 5464715"/>
                <a:gd name="connsiteX6" fmla="*/ 1720852 w 2359191"/>
                <a:gd name="connsiteY6" fmla="*/ 2610849 h 5464715"/>
                <a:gd name="connsiteX7" fmla="*/ 1540743 w 2359191"/>
                <a:gd name="connsiteY7" fmla="*/ 3622231 h 5464715"/>
                <a:gd name="connsiteX8" fmla="*/ 2233470 w 2359191"/>
                <a:gd name="connsiteY8" fmla="*/ 4508922 h 5464715"/>
                <a:gd name="connsiteX9" fmla="*/ 2330451 w 2359191"/>
                <a:gd name="connsiteY9" fmla="*/ 5132377 h 5464715"/>
                <a:gd name="connsiteX10" fmla="*/ 1900961 w 2359191"/>
                <a:gd name="connsiteY10" fmla="*/ 5423322 h 5464715"/>
                <a:gd name="connsiteX11" fmla="*/ 626342 w 2359191"/>
                <a:gd name="connsiteY11" fmla="*/ 5381759 h 5464715"/>
                <a:gd name="connsiteX12" fmla="*/ 182997 w 2359191"/>
                <a:gd name="connsiteY12" fmla="*/ 4744449 h 5464715"/>
                <a:gd name="connsiteX0" fmla="*/ 180110 w 2356304"/>
                <a:gd name="connsiteY0" fmla="*/ 4785805 h 5506071"/>
                <a:gd name="connsiteX1" fmla="*/ 2 w 2356304"/>
                <a:gd name="connsiteY1" fmla="*/ 2832314 h 5506071"/>
                <a:gd name="connsiteX2" fmla="*/ 182207 w 2356304"/>
                <a:gd name="connsiteY2" fmla="*/ 1038518 h 5506071"/>
                <a:gd name="connsiteX3" fmla="*/ 914401 w 2356304"/>
                <a:gd name="connsiteY3" fmla="*/ 47550 h 5506071"/>
                <a:gd name="connsiteX4" fmla="*/ 1870365 w 2356304"/>
                <a:gd name="connsiteY4" fmla="*/ 310787 h 5506071"/>
                <a:gd name="connsiteX5" fmla="*/ 2175165 w 2356304"/>
                <a:gd name="connsiteY5" fmla="*/ 1640823 h 5506071"/>
                <a:gd name="connsiteX6" fmla="*/ 1717965 w 2356304"/>
                <a:gd name="connsiteY6" fmla="*/ 2652205 h 5506071"/>
                <a:gd name="connsiteX7" fmla="*/ 1537856 w 2356304"/>
                <a:gd name="connsiteY7" fmla="*/ 3663587 h 5506071"/>
                <a:gd name="connsiteX8" fmla="*/ 2230583 w 2356304"/>
                <a:gd name="connsiteY8" fmla="*/ 4550278 h 5506071"/>
                <a:gd name="connsiteX9" fmla="*/ 2327564 w 2356304"/>
                <a:gd name="connsiteY9" fmla="*/ 5173733 h 5506071"/>
                <a:gd name="connsiteX10" fmla="*/ 1898074 w 2356304"/>
                <a:gd name="connsiteY10" fmla="*/ 5464678 h 5506071"/>
                <a:gd name="connsiteX11" fmla="*/ 623455 w 2356304"/>
                <a:gd name="connsiteY11" fmla="*/ 5423115 h 5506071"/>
                <a:gd name="connsiteX12" fmla="*/ 180110 w 2356304"/>
                <a:gd name="connsiteY12" fmla="*/ 4785805 h 5506071"/>
                <a:gd name="connsiteX0" fmla="*/ 181079 w 2357273"/>
                <a:gd name="connsiteY0" fmla="*/ 4796399 h 5516665"/>
                <a:gd name="connsiteX1" fmla="*/ 971 w 2357273"/>
                <a:gd name="connsiteY1" fmla="*/ 2842908 h 5516665"/>
                <a:gd name="connsiteX2" fmla="*/ 248289 w 2357273"/>
                <a:gd name="connsiteY2" fmla="*/ 1196366 h 5516665"/>
                <a:gd name="connsiteX3" fmla="*/ 915370 w 2357273"/>
                <a:gd name="connsiteY3" fmla="*/ 58144 h 5516665"/>
                <a:gd name="connsiteX4" fmla="*/ 1871334 w 2357273"/>
                <a:gd name="connsiteY4" fmla="*/ 321381 h 5516665"/>
                <a:gd name="connsiteX5" fmla="*/ 2176134 w 2357273"/>
                <a:gd name="connsiteY5" fmla="*/ 1651417 h 5516665"/>
                <a:gd name="connsiteX6" fmla="*/ 1718934 w 2357273"/>
                <a:gd name="connsiteY6" fmla="*/ 2662799 h 5516665"/>
                <a:gd name="connsiteX7" fmla="*/ 1538825 w 2357273"/>
                <a:gd name="connsiteY7" fmla="*/ 3674181 h 5516665"/>
                <a:gd name="connsiteX8" fmla="*/ 2231552 w 2357273"/>
                <a:gd name="connsiteY8" fmla="*/ 4560872 h 5516665"/>
                <a:gd name="connsiteX9" fmla="*/ 2328533 w 2357273"/>
                <a:gd name="connsiteY9" fmla="*/ 5184327 h 5516665"/>
                <a:gd name="connsiteX10" fmla="*/ 1899043 w 2357273"/>
                <a:gd name="connsiteY10" fmla="*/ 5475272 h 5516665"/>
                <a:gd name="connsiteX11" fmla="*/ 624424 w 2357273"/>
                <a:gd name="connsiteY11" fmla="*/ 5433709 h 5516665"/>
                <a:gd name="connsiteX12" fmla="*/ 181079 w 2357273"/>
                <a:gd name="connsiteY12" fmla="*/ 4796399 h 5516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57273" h="5516665">
                  <a:moveTo>
                    <a:pt x="181079" y="4796399"/>
                  </a:moveTo>
                  <a:cubicBezTo>
                    <a:pt x="77170" y="4364599"/>
                    <a:pt x="-10231" y="3442913"/>
                    <a:pt x="971" y="2842908"/>
                  </a:cubicBezTo>
                  <a:cubicBezTo>
                    <a:pt x="12173" y="2242903"/>
                    <a:pt x="95889" y="1660493"/>
                    <a:pt x="248289" y="1196366"/>
                  </a:cubicBezTo>
                  <a:cubicBezTo>
                    <a:pt x="400689" y="732239"/>
                    <a:pt x="644863" y="203975"/>
                    <a:pt x="915370" y="58144"/>
                  </a:cubicBezTo>
                  <a:cubicBezTo>
                    <a:pt x="1185878" y="-87687"/>
                    <a:pt x="1661207" y="55836"/>
                    <a:pt x="1871334" y="321381"/>
                  </a:cubicBezTo>
                  <a:cubicBezTo>
                    <a:pt x="2081461" y="586926"/>
                    <a:pt x="2201534" y="1261181"/>
                    <a:pt x="2176134" y="1651417"/>
                  </a:cubicBezTo>
                  <a:cubicBezTo>
                    <a:pt x="2150734" y="2041653"/>
                    <a:pt x="1825152" y="2325672"/>
                    <a:pt x="1718934" y="2662799"/>
                  </a:cubicBezTo>
                  <a:cubicBezTo>
                    <a:pt x="1612716" y="2999926"/>
                    <a:pt x="1453389" y="3357836"/>
                    <a:pt x="1538825" y="3674181"/>
                  </a:cubicBezTo>
                  <a:cubicBezTo>
                    <a:pt x="1624261" y="3990527"/>
                    <a:pt x="2099934" y="4309181"/>
                    <a:pt x="2231552" y="4560872"/>
                  </a:cubicBezTo>
                  <a:cubicBezTo>
                    <a:pt x="2363170" y="4812563"/>
                    <a:pt x="2383951" y="5031927"/>
                    <a:pt x="2328533" y="5184327"/>
                  </a:cubicBezTo>
                  <a:cubicBezTo>
                    <a:pt x="2273115" y="5336727"/>
                    <a:pt x="2259261" y="5417545"/>
                    <a:pt x="1899043" y="5475272"/>
                  </a:cubicBezTo>
                  <a:cubicBezTo>
                    <a:pt x="1538825" y="5532999"/>
                    <a:pt x="908442" y="5539927"/>
                    <a:pt x="624424" y="5433709"/>
                  </a:cubicBezTo>
                  <a:cubicBezTo>
                    <a:pt x="340406" y="5327491"/>
                    <a:pt x="284988" y="5228199"/>
                    <a:pt x="181079" y="479639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0E695494-A4C7-1B50-98D7-50BD7D411F9D}"/>
                </a:ext>
              </a:extLst>
            </p:cNvPr>
            <p:cNvSpPr/>
            <p:nvPr/>
          </p:nvSpPr>
          <p:spPr>
            <a:xfrm rot="10800000">
              <a:off x="3889995" y="1893406"/>
              <a:ext cx="609599" cy="89355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1FAE7EF7-39CA-8EEF-588B-3806837A2423}"/>
                </a:ext>
              </a:extLst>
            </p:cNvPr>
            <p:cNvSpPr/>
            <p:nvPr/>
          </p:nvSpPr>
          <p:spPr>
            <a:xfrm rot="10800000">
              <a:off x="3027811" y="1893404"/>
              <a:ext cx="609599" cy="89355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013729AE-9952-BEF7-E182-00534C0BDB9E}"/>
                </a:ext>
              </a:extLst>
            </p:cNvPr>
            <p:cNvSpPr/>
            <p:nvPr/>
          </p:nvSpPr>
          <p:spPr>
            <a:xfrm rot="10800000">
              <a:off x="4661462" y="2099012"/>
              <a:ext cx="274360" cy="5486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587C7A44-EA8A-6D46-C482-D48EF65A2E5F}"/>
                </a:ext>
              </a:extLst>
            </p:cNvPr>
            <p:cNvSpPr/>
            <p:nvPr/>
          </p:nvSpPr>
          <p:spPr>
            <a:xfrm rot="10800000">
              <a:off x="2628761" y="2099015"/>
              <a:ext cx="274360" cy="5486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3B557CA1-D6F9-47EA-F2E1-32C54FF3D8AB}"/>
                </a:ext>
              </a:extLst>
            </p:cNvPr>
            <p:cNvSpPr/>
            <p:nvPr/>
          </p:nvSpPr>
          <p:spPr>
            <a:xfrm rot="10800000">
              <a:off x="4996699" y="2190451"/>
              <a:ext cx="274360" cy="5486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74F77EE9-22A2-6D4B-100D-4BA7512C524B}"/>
                </a:ext>
              </a:extLst>
            </p:cNvPr>
            <p:cNvSpPr/>
            <p:nvPr/>
          </p:nvSpPr>
          <p:spPr>
            <a:xfrm rot="10800000">
              <a:off x="5347261" y="2301951"/>
              <a:ext cx="27436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3F4AAF47-5A7D-0CAD-717A-107F06C0A85E}"/>
                </a:ext>
              </a:extLst>
            </p:cNvPr>
            <p:cNvSpPr/>
            <p:nvPr/>
          </p:nvSpPr>
          <p:spPr>
            <a:xfrm rot="10800000">
              <a:off x="5682498" y="2556209"/>
              <a:ext cx="274360" cy="365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A056DCA6-9B0A-2E8D-F4ED-8C1EB19EE7A7}"/>
                </a:ext>
              </a:extLst>
            </p:cNvPr>
            <p:cNvSpPr/>
            <p:nvPr/>
          </p:nvSpPr>
          <p:spPr>
            <a:xfrm rot="10800000">
              <a:off x="2262559" y="2190453"/>
              <a:ext cx="274360" cy="5486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26DC9D91-0DBF-1CD6-AB84-6C581995CE57}"/>
                </a:ext>
              </a:extLst>
            </p:cNvPr>
            <p:cNvSpPr/>
            <p:nvPr/>
          </p:nvSpPr>
          <p:spPr>
            <a:xfrm rot="10800000">
              <a:off x="1913464" y="2301954"/>
              <a:ext cx="27436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35E34CEF-4D48-FE6A-04CE-A9B37D29F2B4}"/>
                </a:ext>
              </a:extLst>
            </p:cNvPr>
            <p:cNvSpPr/>
            <p:nvPr/>
          </p:nvSpPr>
          <p:spPr>
            <a:xfrm rot="10800000">
              <a:off x="1561866" y="2556216"/>
              <a:ext cx="274360" cy="365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131D14CC-8E0B-539F-1A65-BB636510FCB8}"/>
              </a:ext>
            </a:extLst>
          </p:cNvPr>
          <p:cNvGrpSpPr>
            <a:grpSpLocks noChangeAspect="1"/>
          </p:cNvGrpSpPr>
          <p:nvPr/>
        </p:nvGrpSpPr>
        <p:grpSpPr>
          <a:xfrm>
            <a:off x="960061" y="2743200"/>
            <a:ext cx="289667" cy="206945"/>
            <a:chOff x="984315" y="2776957"/>
            <a:chExt cx="706509" cy="504745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831971BC-615E-7B2E-23B8-DF677DD29187}"/>
                </a:ext>
              </a:extLst>
            </p:cNvPr>
            <p:cNvGrpSpPr/>
            <p:nvPr/>
          </p:nvGrpSpPr>
          <p:grpSpPr>
            <a:xfrm rot="4652779">
              <a:off x="1312824" y="2629357"/>
              <a:ext cx="230400" cy="525600"/>
              <a:chOff x="8024239" y="1985356"/>
              <a:chExt cx="2141775" cy="4911414"/>
            </a:xfrm>
          </p:grpSpPr>
          <p:sp>
            <p:nvSpPr>
              <p:cNvPr id="104" name="Freeform 5">
                <a:extLst>
                  <a:ext uri="{FF2B5EF4-FFF2-40B4-BE49-F238E27FC236}">
                    <a16:creationId xmlns:a16="http://schemas.microsoft.com/office/drawing/2014/main" id="{758E90C6-130A-47DA-C9F1-6A1E20F3FADE}"/>
                  </a:ext>
                </a:extLst>
              </p:cNvPr>
              <p:cNvSpPr/>
              <p:nvPr/>
            </p:nvSpPr>
            <p:spPr>
              <a:xfrm rot="10626065" flipH="1">
                <a:off x="8024239" y="2973626"/>
                <a:ext cx="2141775" cy="3923144"/>
              </a:xfrm>
              <a:custGeom>
                <a:avLst/>
                <a:gdLst>
                  <a:gd name="connsiteX0" fmla="*/ 452236 w 2914469"/>
                  <a:gd name="connsiteY0" fmla="*/ 4744449 h 5470974"/>
                  <a:gd name="connsiteX1" fmla="*/ 8891 w 2914469"/>
                  <a:gd name="connsiteY1" fmla="*/ 2749394 h 5470974"/>
                  <a:gd name="connsiteX2" fmla="*/ 175146 w 2914469"/>
                  <a:gd name="connsiteY2" fmla="*/ 1211540 h 5470974"/>
                  <a:gd name="connsiteX3" fmla="*/ 410673 w 2914469"/>
                  <a:gd name="connsiteY3" fmla="*/ 394122 h 5470974"/>
                  <a:gd name="connsiteX4" fmla="*/ 1186527 w 2914469"/>
                  <a:gd name="connsiteY4" fmla="*/ 6194 h 5470974"/>
                  <a:gd name="connsiteX5" fmla="*/ 2142491 w 2914469"/>
                  <a:gd name="connsiteY5" fmla="*/ 269431 h 5470974"/>
                  <a:gd name="connsiteX6" fmla="*/ 2447291 w 2914469"/>
                  <a:gd name="connsiteY6" fmla="*/ 1599467 h 5470974"/>
                  <a:gd name="connsiteX7" fmla="*/ 1990091 w 2914469"/>
                  <a:gd name="connsiteY7" fmla="*/ 2610849 h 5470974"/>
                  <a:gd name="connsiteX8" fmla="*/ 1809982 w 2914469"/>
                  <a:gd name="connsiteY8" fmla="*/ 3622231 h 5470974"/>
                  <a:gd name="connsiteX9" fmla="*/ 2655109 w 2914469"/>
                  <a:gd name="connsiteY9" fmla="*/ 4522776 h 5470974"/>
                  <a:gd name="connsiteX10" fmla="*/ 2890636 w 2914469"/>
                  <a:gd name="connsiteY10" fmla="*/ 5049249 h 5470974"/>
                  <a:gd name="connsiteX11" fmla="*/ 2170200 w 2914469"/>
                  <a:gd name="connsiteY11" fmla="*/ 5423322 h 5470974"/>
                  <a:gd name="connsiteX12" fmla="*/ 729327 w 2914469"/>
                  <a:gd name="connsiteY12" fmla="*/ 5395613 h 5470974"/>
                  <a:gd name="connsiteX13" fmla="*/ 452236 w 2914469"/>
                  <a:gd name="connsiteY13" fmla="*/ 4744449 h 5470974"/>
                  <a:gd name="connsiteX0" fmla="*/ 452236 w 2733397"/>
                  <a:gd name="connsiteY0" fmla="*/ 4744449 h 5470974"/>
                  <a:gd name="connsiteX1" fmla="*/ 8891 w 2733397"/>
                  <a:gd name="connsiteY1" fmla="*/ 2749394 h 5470974"/>
                  <a:gd name="connsiteX2" fmla="*/ 175146 w 2733397"/>
                  <a:gd name="connsiteY2" fmla="*/ 1211540 h 5470974"/>
                  <a:gd name="connsiteX3" fmla="*/ 410673 w 2733397"/>
                  <a:gd name="connsiteY3" fmla="*/ 394122 h 5470974"/>
                  <a:gd name="connsiteX4" fmla="*/ 1186527 w 2733397"/>
                  <a:gd name="connsiteY4" fmla="*/ 6194 h 5470974"/>
                  <a:gd name="connsiteX5" fmla="*/ 2142491 w 2733397"/>
                  <a:gd name="connsiteY5" fmla="*/ 269431 h 5470974"/>
                  <a:gd name="connsiteX6" fmla="*/ 2447291 w 2733397"/>
                  <a:gd name="connsiteY6" fmla="*/ 1599467 h 5470974"/>
                  <a:gd name="connsiteX7" fmla="*/ 1990091 w 2733397"/>
                  <a:gd name="connsiteY7" fmla="*/ 2610849 h 5470974"/>
                  <a:gd name="connsiteX8" fmla="*/ 1809982 w 2733397"/>
                  <a:gd name="connsiteY8" fmla="*/ 3622231 h 5470974"/>
                  <a:gd name="connsiteX9" fmla="*/ 2655109 w 2733397"/>
                  <a:gd name="connsiteY9" fmla="*/ 4522776 h 5470974"/>
                  <a:gd name="connsiteX10" fmla="*/ 2641254 w 2733397"/>
                  <a:gd name="connsiteY10" fmla="*/ 5146231 h 5470974"/>
                  <a:gd name="connsiteX11" fmla="*/ 2170200 w 2733397"/>
                  <a:gd name="connsiteY11" fmla="*/ 5423322 h 5470974"/>
                  <a:gd name="connsiteX12" fmla="*/ 729327 w 2733397"/>
                  <a:gd name="connsiteY12" fmla="*/ 5395613 h 5470974"/>
                  <a:gd name="connsiteX13" fmla="*/ 452236 w 2733397"/>
                  <a:gd name="connsiteY13" fmla="*/ 4744449 h 5470974"/>
                  <a:gd name="connsiteX0" fmla="*/ 452236 w 2662490"/>
                  <a:gd name="connsiteY0" fmla="*/ 4744449 h 5470974"/>
                  <a:gd name="connsiteX1" fmla="*/ 8891 w 2662490"/>
                  <a:gd name="connsiteY1" fmla="*/ 2749394 h 5470974"/>
                  <a:gd name="connsiteX2" fmla="*/ 175146 w 2662490"/>
                  <a:gd name="connsiteY2" fmla="*/ 1211540 h 5470974"/>
                  <a:gd name="connsiteX3" fmla="*/ 410673 w 2662490"/>
                  <a:gd name="connsiteY3" fmla="*/ 394122 h 5470974"/>
                  <a:gd name="connsiteX4" fmla="*/ 1186527 w 2662490"/>
                  <a:gd name="connsiteY4" fmla="*/ 6194 h 5470974"/>
                  <a:gd name="connsiteX5" fmla="*/ 2142491 w 2662490"/>
                  <a:gd name="connsiteY5" fmla="*/ 269431 h 5470974"/>
                  <a:gd name="connsiteX6" fmla="*/ 2447291 w 2662490"/>
                  <a:gd name="connsiteY6" fmla="*/ 1599467 h 5470974"/>
                  <a:gd name="connsiteX7" fmla="*/ 1990091 w 2662490"/>
                  <a:gd name="connsiteY7" fmla="*/ 2610849 h 5470974"/>
                  <a:gd name="connsiteX8" fmla="*/ 1809982 w 2662490"/>
                  <a:gd name="connsiteY8" fmla="*/ 3622231 h 5470974"/>
                  <a:gd name="connsiteX9" fmla="*/ 2502709 w 2662490"/>
                  <a:gd name="connsiteY9" fmla="*/ 4508922 h 5470974"/>
                  <a:gd name="connsiteX10" fmla="*/ 2641254 w 2662490"/>
                  <a:gd name="connsiteY10" fmla="*/ 5146231 h 5470974"/>
                  <a:gd name="connsiteX11" fmla="*/ 2170200 w 2662490"/>
                  <a:gd name="connsiteY11" fmla="*/ 5423322 h 5470974"/>
                  <a:gd name="connsiteX12" fmla="*/ 729327 w 2662490"/>
                  <a:gd name="connsiteY12" fmla="*/ 5395613 h 5470974"/>
                  <a:gd name="connsiteX13" fmla="*/ 452236 w 2662490"/>
                  <a:gd name="connsiteY13" fmla="*/ 4744449 h 5470974"/>
                  <a:gd name="connsiteX0" fmla="*/ 452236 w 2628430"/>
                  <a:gd name="connsiteY0" fmla="*/ 4744449 h 5470974"/>
                  <a:gd name="connsiteX1" fmla="*/ 8891 w 2628430"/>
                  <a:gd name="connsiteY1" fmla="*/ 2749394 h 5470974"/>
                  <a:gd name="connsiteX2" fmla="*/ 175146 w 2628430"/>
                  <a:gd name="connsiteY2" fmla="*/ 1211540 h 5470974"/>
                  <a:gd name="connsiteX3" fmla="*/ 410673 w 2628430"/>
                  <a:gd name="connsiteY3" fmla="*/ 394122 h 5470974"/>
                  <a:gd name="connsiteX4" fmla="*/ 1186527 w 2628430"/>
                  <a:gd name="connsiteY4" fmla="*/ 6194 h 5470974"/>
                  <a:gd name="connsiteX5" fmla="*/ 2142491 w 2628430"/>
                  <a:gd name="connsiteY5" fmla="*/ 269431 h 5470974"/>
                  <a:gd name="connsiteX6" fmla="*/ 2447291 w 2628430"/>
                  <a:gd name="connsiteY6" fmla="*/ 1599467 h 5470974"/>
                  <a:gd name="connsiteX7" fmla="*/ 1990091 w 2628430"/>
                  <a:gd name="connsiteY7" fmla="*/ 2610849 h 5470974"/>
                  <a:gd name="connsiteX8" fmla="*/ 1809982 w 2628430"/>
                  <a:gd name="connsiteY8" fmla="*/ 3622231 h 5470974"/>
                  <a:gd name="connsiteX9" fmla="*/ 2502709 w 2628430"/>
                  <a:gd name="connsiteY9" fmla="*/ 4508922 h 5470974"/>
                  <a:gd name="connsiteX10" fmla="*/ 2599690 w 2628430"/>
                  <a:gd name="connsiteY10" fmla="*/ 5132377 h 5470974"/>
                  <a:gd name="connsiteX11" fmla="*/ 2170200 w 2628430"/>
                  <a:gd name="connsiteY11" fmla="*/ 5423322 h 5470974"/>
                  <a:gd name="connsiteX12" fmla="*/ 729327 w 2628430"/>
                  <a:gd name="connsiteY12" fmla="*/ 5395613 h 5470974"/>
                  <a:gd name="connsiteX13" fmla="*/ 452236 w 2628430"/>
                  <a:gd name="connsiteY13" fmla="*/ 4744449 h 5470974"/>
                  <a:gd name="connsiteX0" fmla="*/ 452236 w 2628430"/>
                  <a:gd name="connsiteY0" fmla="*/ 4744449 h 5464715"/>
                  <a:gd name="connsiteX1" fmla="*/ 8891 w 2628430"/>
                  <a:gd name="connsiteY1" fmla="*/ 2749394 h 5464715"/>
                  <a:gd name="connsiteX2" fmla="*/ 175146 w 2628430"/>
                  <a:gd name="connsiteY2" fmla="*/ 1211540 h 5464715"/>
                  <a:gd name="connsiteX3" fmla="*/ 410673 w 2628430"/>
                  <a:gd name="connsiteY3" fmla="*/ 394122 h 5464715"/>
                  <a:gd name="connsiteX4" fmla="*/ 1186527 w 2628430"/>
                  <a:gd name="connsiteY4" fmla="*/ 6194 h 5464715"/>
                  <a:gd name="connsiteX5" fmla="*/ 2142491 w 2628430"/>
                  <a:gd name="connsiteY5" fmla="*/ 269431 h 5464715"/>
                  <a:gd name="connsiteX6" fmla="*/ 2447291 w 2628430"/>
                  <a:gd name="connsiteY6" fmla="*/ 1599467 h 5464715"/>
                  <a:gd name="connsiteX7" fmla="*/ 1990091 w 2628430"/>
                  <a:gd name="connsiteY7" fmla="*/ 2610849 h 5464715"/>
                  <a:gd name="connsiteX8" fmla="*/ 1809982 w 2628430"/>
                  <a:gd name="connsiteY8" fmla="*/ 3622231 h 5464715"/>
                  <a:gd name="connsiteX9" fmla="*/ 2502709 w 2628430"/>
                  <a:gd name="connsiteY9" fmla="*/ 4508922 h 5464715"/>
                  <a:gd name="connsiteX10" fmla="*/ 2599690 w 2628430"/>
                  <a:gd name="connsiteY10" fmla="*/ 5132377 h 5464715"/>
                  <a:gd name="connsiteX11" fmla="*/ 2170200 w 2628430"/>
                  <a:gd name="connsiteY11" fmla="*/ 5423322 h 5464715"/>
                  <a:gd name="connsiteX12" fmla="*/ 895581 w 2628430"/>
                  <a:gd name="connsiteY12" fmla="*/ 5381759 h 5464715"/>
                  <a:gd name="connsiteX13" fmla="*/ 452236 w 2628430"/>
                  <a:gd name="connsiteY13" fmla="*/ 4744449 h 5464715"/>
                  <a:gd name="connsiteX0" fmla="*/ 281453 w 2457647"/>
                  <a:gd name="connsiteY0" fmla="*/ 4744449 h 5464715"/>
                  <a:gd name="connsiteX1" fmla="*/ 101345 w 2457647"/>
                  <a:gd name="connsiteY1" fmla="*/ 2790958 h 5464715"/>
                  <a:gd name="connsiteX2" fmla="*/ 4363 w 2457647"/>
                  <a:gd name="connsiteY2" fmla="*/ 1211540 h 5464715"/>
                  <a:gd name="connsiteX3" fmla="*/ 239890 w 2457647"/>
                  <a:gd name="connsiteY3" fmla="*/ 394122 h 5464715"/>
                  <a:gd name="connsiteX4" fmla="*/ 1015744 w 2457647"/>
                  <a:gd name="connsiteY4" fmla="*/ 6194 h 5464715"/>
                  <a:gd name="connsiteX5" fmla="*/ 1971708 w 2457647"/>
                  <a:gd name="connsiteY5" fmla="*/ 269431 h 5464715"/>
                  <a:gd name="connsiteX6" fmla="*/ 2276508 w 2457647"/>
                  <a:gd name="connsiteY6" fmla="*/ 1599467 h 5464715"/>
                  <a:gd name="connsiteX7" fmla="*/ 1819308 w 2457647"/>
                  <a:gd name="connsiteY7" fmla="*/ 2610849 h 5464715"/>
                  <a:gd name="connsiteX8" fmla="*/ 1639199 w 2457647"/>
                  <a:gd name="connsiteY8" fmla="*/ 3622231 h 5464715"/>
                  <a:gd name="connsiteX9" fmla="*/ 2331926 w 2457647"/>
                  <a:gd name="connsiteY9" fmla="*/ 4508922 h 5464715"/>
                  <a:gd name="connsiteX10" fmla="*/ 2428907 w 2457647"/>
                  <a:gd name="connsiteY10" fmla="*/ 5132377 h 5464715"/>
                  <a:gd name="connsiteX11" fmla="*/ 1999417 w 2457647"/>
                  <a:gd name="connsiteY11" fmla="*/ 5423322 h 5464715"/>
                  <a:gd name="connsiteX12" fmla="*/ 724798 w 2457647"/>
                  <a:gd name="connsiteY12" fmla="*/ 5381759 h 5464715"/>
                  <a:gd name="connsiteX13" fmla="*/ 281453 w 2457647"/>
                  <a:gd name="connsiteY13" fmla="*/ 4744449 h 5464715"/>
                  <a:gd name="connsiteX0" fmla="*/ 182997 w 2359191"/>
                  <a:gd name="connsiteY0" fmla="*/ 4744449 h 5464715"/>
                  <a:gd name="connsiteX1" fmla="*/ 2889 w 2359191"/>
                  <a:gd name="connsiteY1" fmla="*/ 2790958 h 5464715"/>
                  <a:gd name="connsiteX2" fmla="*/ 141434 w 2359191"/>
                  <a:gd name="connsiteY2" fmla="*/ 394122 h 5464715"/>
                  <a:gd name="connsiteX3" fmla="*/ 917288 w 2359191"/>
                  <a:gd name="connsiteY3" fmla="*/ 6194 h 5464715"/>
                  <a:gd name="connsiteX4" fmla="*/ 1873252 w 2359191"/>
                  <a:gd name="connsiteY4" fmla="*/ 269431 h 5464715"/>
                  <a:gd name="connsiteX5" fmla="*/ 2178052 w 2359191"/>
                  <a:gd name="connsiteY5" fmla="*/ 1599467 h 5464715"/>
                  <a:gd name="connsiteX6" fmla="*/ 1720852 w 2359191"/>
                  <a:gd name="connsiteY6" fmla="*/ 2610849 h 5464715"/>
                  <a:gd name="connsiteX7" fmla="*/ 1540743 w 2359191"/>
                  <a:gd name="connsiteY7" fmla="*/ 3622231 h 5464715"/>
                  <a:gd name="connsiteX8" fmla="*/ 2233470 w 2359191"/>
                  <a:gd name="connsiteY8" fmla="*/ 4508922 h 5464715"/>
                  <a:gd name="connsiteX9" fmla="*/ 2330451 w 2359191"/>
                  <a:gd name="connsiteY9" fmla="*/ 5132377 h 5464715"/>
                  <a:gd name="connsiteX10" fmla="*/ 1900961 w 2359191"/>
                  <a:gd name="connsiteY10" fmla="*/ 5423322 h 5464715"/>
                  <a:gd name="connsiteX11" fmla="*/ 626342 w 2359191"/>
                  <a:gd name="connsiteY11" fmla="*/ 5381759 h 5464715"/>
                  <a:gd name="connsiteX12" fmla="*/ 182997 w 2359191"/>
                  <a:gd name="connsiteY12" fmla="*/ 4744449 h 5464715"/>
                  <a:gd name="connsiteX0" fmla="*/ 180110 w 2356304"/>
                  <a:gd name="connsiteY0" fmla="*/ 4785805 h 5506071"/>
                  <a:gd name="connsiteX1" fmla="*/ 2 w 2356304"/>
                  <a:gd name="connsiteY1" fmla="*/ 2832314 h 5506071"/>
                  <a:gd name="connsiteX2" fmla="*/ 182207 w 2356304"/>
                  <a:gd name="connsiteY2" fmla="*/ 1038518 h 5506071"/>
                  <a:gd name="connsiteX3" fmla="*/ 914401 w 2356304"/>
                  <a:gd name="connsiteY3" fmla="*/ 47550 h 5506071"/>
                  <a:gd name="connsiteX4" fmla="*/ 1870365 w 2356304"/>
                  <a:gd name="connsiteY4" fmla="*/ 310787 h 5506071"/>
                  <a:gd name="connsiteX5" fmla="*/ 2175165 w 2356304"/>
                  <a:gd name="connsiteY5" fmla="*/ 1640823 h 5506071"/>
                  <a:gd name="connsiteX6" fmla="*/ 1717965 w 2356304"/>
                  <a:gd name="connsiteY6" fmla="*/ 2652205 h 5506071"/>
                  <a:gd name="connsiteX7" fmla="*/ 1537856 w 2356304"/>
                  <a:gd name="connsiteY7" fmla="*/ 3663587 h 5506071"/>
                  <a:gd name="connsiteX8" fmla="*/ 2230583 w 2356304"/>
                  <a:gd name="connsiteY8" fmla="*/ 4550278 h 5506071"/>
                  <a:gd name="connsiteX9" fmla="*/ 2327564 w 2356304"/>
                  <a:gd name="connsiteY9" fmla="*/ 5173733 h 5506071"/>
                  <a:gd name="connsiteX10" fmla="*/ 1898074 w 2356304"/>
                  <a:gd name="connsiteY10" fmla="*/ 5464678 h 5506071"/>
                  <a:gd name="connsiteX11" fmla="*/ 623455 w 2356304"/>
                  <a:gd name="connsiteY11" fmla="*/ 5423115 h 5506071"/>
                  <a:gd name="connsiteX12" fmla="*/ 180110 w 2356304"/>
                  <a:gd name="connsiteY12" fmla="*/ 4785805 h 5506071"/>
                  <a:gd name="connsiteX0" fmla="*/ 181079 w 2357273"/>
                  <a:gd name="connsiteY0" fmla="*/ 4796399 h 5516665"/>
                  <a:gd name="connsiteX1" fmla="*/ 971 w 2357273"/>
                  <a:gd name="connsiteY1" fmla="*/ 2842908 h 5516665"/>
                  <a:gd name="connsiteX2" fmla="*/ 248289 w 2357273"/>
                  <a:gd name="connsiteY2" fmla="*/ 1196366 h 5516665"/>
                  <a:gd name="connsiteX3" fmla="*/ 915370 w 2357273"/>
                  <a:gd name="connsiteY3" fmla="*/ 58144 h 5516665"/>
                  <a:gd name="connsiteX4" fmla="*/ 1871334 w 2357273"/>
                  <a:gd name="connsiteY4" fmla="*/ 321381 h 5516665"/>
                  <a:gd name="connsiteX5" fmla="*/ 2176134 w 2357273"/>
                  <a:gd name="connsiteY5" fmla="*/ 1651417 h 5516665"/>
                  <a:gd name="connsiteX6" fmla="*/ 1718934 w 2357273"/>
                  <a:gd name="connsiteY6" fmla="*/ 2662799 h 5516665"/>
                  <a:gd name="connsiteX7" fmla="*/ 1538825 w 2357273"/>
                  <a:gd name="connsiteY7" fmla="*/ 3674181 h 5516665"/>
                  <a:gd name="connsiteX8" fmla="*/ 2231552 w 2357273"/>
                  <a:gd name="connsiteY8" fmla="*/ 4560872 h 5516665"/>
                  <a:gd name="connsiteX9" fmla="*/ 2328533 w 2357273"/>
                  <a:gd name="connsiteY9" fmla="*/ 5184327 h 5516665"/>
                  <a:gd name="connsiteX10" fmla="*/ 1899043 w 2357273"/>
                  <a:gd name="connsiteY10" fmla="*/ 5475272 h 5516665"/>
                  <a:gd name="connsiteX11" fmla="*/ 624424 w 2357273"/>
                  <a:gd name="connsiteY11" fmla="*/ 5433709 h 5516665"/>
                  <a:gd name="connsiteX12" fmla="*/ 181079 w 2357273"/>
                  <a:gd name="connsiteY12" fmla="*/ 4796399 h 551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357273" h="5516665">
                    <a:moveTo>
                      <a:pt x="181079" y="4796399"/>
                    </a:moveTo>
                    <a:cubicBezTo>
                      <a:pt x="77170" y="4364599"/>
                      <a:pt x="-10231" y="3442913"/>
                      <a:pt x="971" y="2842908"/>
                    </a:cubicBezTo>
                    <a:cubicBezTo>
                      <a:pt x="12173" y="2242903"/>
                      <a:pt x="95889" y="1660493"/>
                      <a:pt x="248289" y="1196366"/>
                    </a:cubicBezTo>
                    <a:cubicBezTo>
                      <a:pt x="400689" y="732239"/>
                      <a:pt x="644863" y="203975"/>
                      <a:pt x="915370" y="58144"/>
                    </a:cubicBezTo>
                    <a:cubicBezTo>
                      <a:pt x="1185878" y="-87687"/>
                      <a:pt x="1661207" y="55836"/>
                      <a:pt x="1871334" y="321381"/>
                    </a:cubicBezTo>
                    <a:cubicBezTo>
                      <a:pt x="2081461" y="586926"/>
                      <a:pt x="2201534" y="1261181"/>
                      <a:pt x="2176134" y="1651417"/>
                    </a:cubicBezTo>
                    <a:cubicBezTo>
                      <a:pt x="2150734" y="2041653"/>
                      <a:pt x="1825152" y="2325672"/>
                      <a:pt x="1718934" y="2662799"/>
                    </a:cubicBezTo>
                    <a:cubicBezTo>
                      <a:pt x="1612716" y="2999926"/>
                      <a:pt x="1453389" y="3357836"/>
                      <a:pt x="1538825" y="3674181"/>
                    </a:cubicBezTo>
                    <a:cubicBezTo>
                      <a:pt x="1624261" y="3990527"/>
                      <a:pt x="2099934" y="4309181"/>
                      <a:pt x="2231552" y="4560872"/>
                    </a:cubicBezTo>
                    <a:cubicBezTo>
                      <a:pt x="2363170" y="4812563"/>
                      <a:pt x="2383951" y="5031927"/>
                      <a:pt x="2328533" y="5184327"/>
                    </a:cubicBezTo>
                    <a:cubicBezTo>
                      <a:pt x="2273115" y="5336727"/>
                      <a:pt x="2259261" y="5417545"/>
                      <a:pt x="1899043" y="5475272"/>
                    </a:cubicBezTo>
                    <a:cubicBezTo>
                      <a:pt x="1538825" y="5532999"/>
                      <a:pt x="908442" y="5539927"/>
                      <a:pt x="624424" y="5433709"/>
                    </a:cubicBezTo>
                    <a:cubicBezTo>
                      <a:pt x="340406" y="5327491"/>
                      <a:pt x="284988" y="5228199"/>
                      <a:pt x="181079" y="479639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24A7D432-59D0-97CD-2741-77AB0A218D25}"/>
                  </a:ext>
                </a:extLst>
              </p:cNvPr>
              <p:cNvSpPr/>
              <p:nvPr/>
            </p:nvSpPr>
            <p:spPr>
              <a:xfrm rot="10800000">
                <a:off x="9506781" y="1985356"/>
                <a:ext cx="609600" cy="89356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53E09CA6-99B6-5857-ECA7-A94E14D60BB1}"/>
                  </a:ext>
                </a:extLst>
              </p:cNvPr>
              <p:cNvSpPr/>
              <p:nvPr/>
            </p:nvSpPr>
            <p:spPr>
              <a:xfrm rot="10800000">
                <a:off x="9107731" y="2190964"/>
                <a:ext cx="274361" cy="54864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163066A4-365A-37A9-6CC1-B711D327CB8F}"/>
                  </a:ext>
                </a:extLst>
              </p:cNvPr>
              <p:cNvSpPr/>
              <p:nvPr/>
            </p:nvSpPr>
            <p:spPr>
              <a:xfrm rot="10800000">
                <a:off x="8741529" y="2282404"/>
                <a:ext cx="274361" cy="54864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87E41B17-85A7-BF99-000D-7E419642EB27}"/>
                  </a:ext>
                </a:extLst>
              </p:cNvPr>
              <p:cNvSpPr/>
              <p:nvPr/>
            </p:nvSpPr>
            <p:spPr>
              <a:xfrm rot="10800000">
                <a:off x="8392434" y="2393906"/>
                <a:ext cx="274361" cy="457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865E4789-326C-F877-4C37-49B97B3429AA}"/>
                  </a:ext>
                </a:extLst>
              </p:cNvPr>
              <p:cNvSpPr/>
              <p:nvPr/>
            </p:nvSpPr>
            <p:spPr>
              <a:xfrm rot="10800000">
                <a:off x="8040832" y="2648164"/>
                <a:ext cx="274361" cy="365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FE606A12-F28D-53F9-6BD2-05CF70B14B46}"/>
                </a:ext>
              </a:extLst>
            </p:cNvPr>
            <p:cNvGrpSpPr/>
            <p:nvPr/>
          </p:nvGrpSpPr>
          <p:grpSpPr>
            <a:xfrm rot="4881240">
              <a:off x="1132440" y="2902810"/>
              <a:ext cx="230767" cy="527018"/>
              <a:chOff x="8668623" y="1008139"/>
              <a:chExt cx="2146049" cy="4901076"/>
            </a:xfrm>
          </p:grpSpPr>
          <p:sp>
            <p:nvSpPr>
              <p:cNvPr id="111" name="Freeform 4">
                <a:extLst>
                  <a:ext uri="{FF2B5EF4-FFF2-40B4-BE49-F238E27FC236}">
                    <a16:creationId xmlns:a16="http://schemas.microsoft.com/office/drawing/2014/main" id="{DA65F5F1-6A24-24CF-C16A-9CAE5F963F8C}"/>
                  </a:ext>
                </a:extLst>
              </p:cNvPr>
              <p:cNvSpPr/>
              <p:nvPr/>
            </p:nvSpPr>
            <p:spPr>
              <a:xfrm rot="10984993">
                <a:off x="8668623" y="1996245"/>
                <a:ext cx="2140997" cy="3912970"/>
              </a:xfrm>
              <a:custGeom>
                <a:avLst/>
                <a:gdLst>
                  <a:gd name="connsiteX0" fmla="*/ 452236 w 2914469"/>
                  <a:gd name="connsiteY0" fmla="*/ 4744449 h 5470974"/>
                  <a:gd name="connsiteX1" fmla="*/ 8891 w 2914469"/>
                  <a:gd name="connsiteY1" fmla="*/ 2749394 h 5470974"/>
                  <a:gd name="connsiteX2" fmla="*/ 175146 w 2914469"/>
                  <a:gd name="connsiteY2" fmla="*/ 1211540 h 5470974"/>
                  <a:gd name="connsiteX3" fmla="*/ 410673 w 2914469"/>
                  <a:gd name="connsiteY3" fmla="*/ 394122 h 5470974"/>
                  <a:gd name="connsiteX4" fmla="*/ 1186527 w 2914469"/>
                  <a:gd name="connsiteY4" fmla="*/ 6194 h 5470974"/>
                  <a:gd name="connsiteX5" fmla="*/ 2142491 w 2914469"/>
                  <a:gd name="connsiteY5" fmla="*/ 269431 h 5470974"/>
                  <a:gd name="connsiteX6" fmla="*/ 2447291 w 2914469"/>
                  <a:gd name="connsiteY6" fmla="*/ 1599467 h 5470974"/>
                  <a:gd name="connsiteX7" fmla="*/ 1990091 w 2914469"/>
                  <a:gd name="connsiteY7" fmla="*/ 2610849 h 5470974"/>
                  <a:gd name="connsiteX8" fmla="*/ 1809982 w 2914469"/>
                  <a:gd name="connsiteY8" fmla="*/ 3622231 h 5470974"/>
                  <a:gd name="connsiteX9" fmla="*/ 2655109 w 2914469"/>
                  <a:gd name="connsiteY9" fmla="*/ 4522776 h 5470974"/>
                  <a:gd name="connsiteX10" fmla="*/ 2890636 w 2914469"/>
                  <a:gd name="connsiteY10" fmla="*/ 5049249 h 5470974"/>
                  <a:gd name="connsiteX11" fmla="*/ 2170200 w 2914469"/>
                  <a:gd name="connsiteY11" fmla="*/ 5423322 h 5470974"/>
                  <a:gd name="connsiteX12" fmla="*/ 729327 w 2914469"/>
                  <a:gd name="connsiteY12" fmla="*/ 5395613 h 5470974"/>
                  <a:gd name="connsiteX13" fmla="*/ 452236 w 2914469"/>
                  <a:gd name="connsiteY13" fmla="*/ 4744449 h 5470974"/>
                  <a:gd name="connsiteX0" fmla="*/ 452236 w 2733397"/>
                  <a:gd name="connsiteY0" fmla="*/ 4744449 h 5470974"/>
                  <a:gd name="connsiteX1" fmla="*/ 8891 w 2733397"/>
                  <a:gd name="connsiteY1" fmla="*/ 2749394 h 5470974"/>
                  <a:gd name="connsiteX2" fmla="*/ 175146 w 2733397"/>
                  <a:gd name="connsiteY2" fmla="*/ 1211540 h 5470974"/>
                  <a:gd name="connsiteX3" fmla="*/ 410673 w 2733397"/>
                  <a:gd name="connsiteY3" fmla="*/ 394122 h 5470974"/>
                  <a:gd name="connsiteX4" fmla="*/ 1186527 w 2733397"/>
                  <a:gd name="connsiteY4" fmla="*/ 6194 h 5470974"/>
                  <a:gd name="connsiteX5" fmla="*/ 2142491 w 2733397"/>
                  <a:gd name="connsiteY5" fmla="*/ 269431 h 5470974"/>
                  <a:gd name="connsiteX6" fmla="*/ 2447291 w 2733397"/>
                  <a:gd name="connsiteY6" fmla="*/ 1599467 h 5470974"/>
                  <a:gd name="connsiteX7" fmla="*/ 1990091 w 2733397"/>
                  <a:gd name="connsiteY7" fmla="*/ 2610849 h 5470974"/>
                  <a:gd name="connsiteX8" fmla="*/ 1809982 w 2733397"/>
                  <a:gd name="connsiteY8" fmla="*/ 3622231 h 5470974"/>
                  <a:gd name="connsiteX9" fmla="*/ 2655109 w 2733397"/>
                  <a:gd name="connsiteY9" fmla="*/ 4522776 h 5470974"/>
                  <a:gd name="connsiteX10" fmla="*/ 2641254 w 2733397"/>
                  <a:gd name="connsiteY10" fmla="*/ 5146231 h 5470974"/>
                  <a:gd name="connsiteX11" fmla="*/ 2170200 w 2733397"/>
                  <a:gd name="connsiteY11" fmla="*/ 5423322 h 5470974"/>
                  <a:gd name="connsiteX12" fmla="*/ 729327 w 2733397"/>
                  <a:gd name="connsiteY12" fmla="*/ 5395613 h 5470974"/>
                  <a:gd name="connsiteX13" fmla="*/ 452236 w 2733397"/>
                  <a:gd name="connsiteY13" fmla="*/ 4744449 h 5470974"/>
                  <a:gd name="connsiteX0" fmla="*/ 452236 w 2662490"/>
                  <a:gd name="connsiteY0" fmla="*/ 4744449 h 5470974"/>
                  <a:gd name="connsiteX1" fmla="*/ 8891 w 2662490"/>
                  <a:gd name="connsiteY1" fmla="*/ 2749394 h 5470974"/>
                  <a:gd name="connsiteX2" fmla="*/ 175146 w 2662490"/>
                  <a:gd name="connsiteY2" fmla="*/ 1211540 h 5470974"/>
                  <a:gd name="connsiteX3" fmla="*/ 410673 w 2662490"/>
                  <a:gd name="connsiteY3" fmla="*/ 394122 h 5470974"/>
                  <a:gd name="connsiteX4" fmla="*/ 1186527 w 2662490"/>
                  <a:gd name="connsiteY4" fmla="*/ 6194 h 5470974"/>
                  <a:gd name="connsiteX5" fmla="*/ 2142491 w 2662490"/>
                  <a:gd name="connsiteY5" fmla="*/ 269431 h 5470974"/>
                  <a:gd name="connsiteX6" fmla="*/ 2447291 w 2662490"/>
                  <a:gd name="connsiteY6" fmla="*/ 1599467 h 5470974"/>
                  <a:gd name="connsiteX7" fmla="*/ 1990091 w 2662490"/>
                  <a:gd name="connsiteY7" fmla="*/ 2610849 h 5470974"/>
                  <a:gd name="connsiteX8" fmla="*/ 1809982 w 2662490"/>
                  <a:gd name="connsiteY8" fmla="*/ 3622231 h 5470974"/>
                  <a:gd name="connsiteX9" fmla="*/ 2502709 w 2662490"/>
                  <a:gd name="connsiteY9" fmla="*/ 4508922 h 5470974"/>
                  <a:gd name="connsiteX10" fmla="*/ 2641254 w 2662490"/>
                  <a:gd name="connsiteY10" fmla="*/ 5146231 h 5470974"/>
                  <a:gd name="connsiteX11" fmla="*/ 2170200 w 2662490"/>
                  <a:gd name="connsiteY11" fmla="*/ 5423322 h 5470974"/>
                  <a:gd name="connsiteX12" fmla="*/ 729327 w 2662490"/>
                  <a:gd name="connsiteY12" fmla="*/ 5395613 h 5470974"/>
                  <a:gd name="connsiteX13" fmla="*/ 452236 w 2662490"/>
                  <a:gd name="connsiteY13" fmla="*/ 4744449 h 5470974"/>
                  <a:gd name="connsiteX0" fmla="*/ 452236 w 2628430"/>
                  <a:gd name="connsiteY0" fmla="*/ 4744449 h 5470974"/>
                  <a:gd name="connsiteX1" fmla="*/ 8891 w 2628430"/>
                  <a:gd name="connsiteY1" fmla="*/ 2749394 h 5470974"/>
                  <a:gd name="connsiteX2" fmla="*/ 175146 w 2628430"/>
                  <a:gd name="connsiteY2" fmla="*/ 1211540 h 5470974"/>
                  <a:gd name="connsiteX3" fmla="*/ 410673 w 2628430"/>
                  <a:gd name="connsiteY3" fmla="*/ 394122 h 5470974"/>
                  <a:gd name="connsiteX4" fmla="*/ 1186527 w 2628430"/>
                  <a:gd name="connsiteY4" fmla="*/ 6194 h 5470974"/>
                  <a:gd name="connsiteX5" fmla="*/ 2142491 w 2628430"/>
                  <a:gd name="connsiteY5" fmla="*/ 269431 h 5470974"/>
                  <a:gd name="connsiteX6" fmla="*/ 2447291 w 2628430"/>
                  <a:gd name="connsiteY6" fmla="*/ 1599467 h 5470974"/>
                  <a:gd name="connsiteX7" fmla="*/ 1990091 w 2628430"/>
                  <a:gd name="connsiteY7" fmla="*/ 2610849 h 5470974"/>
                  <a:gd name="connsiteX8" fmla="*/ 1809982 w 2628430"/>
                  <a:gd name="connsiteY8" fmla="*/ 3622231 h 5470974"/>
                  <a:gd name="connsiteX9" fmla="*/ 2502709 w 2628430"/>
                  <a:gd name="connsiteY9" fmla="*/ 4508922 h 5470974"/>
                  <a:gd name="connsiteX10" fmla="*/ 2599690 w 2628430"/>
                  <a:gd name="connsiteY10" fmla="*/ 5132377 h 5470974"/>
                  <a:gd name="connsiteX11" fmla="*/ 2170200 w 2628430"/>
                  <a:gd name="connsiteY11" fmla="*/ 5423322 h 5470974"/>
                  <a:gd name="connsiteX12" fmla="*/ 729327 w 2628430"/>
                  <a:gd name="connsiteY12" fmla="*/ 5395613 h 5470974"/>
                  <a:gd name="connsiteX13" fmla="*/ 452236 w 2628430"/>
                  <a:gd name="connsiteY13" fmla="*/ 4744449 h 5470974"/>
                  <a:gd name="connsiteX0" fmla="*/ 452236 w 2628430"/>
                  <a:gd name="connsiteY0" fmla="*/ 4744449 h 5464715"/>
                  <a:gd name="connsiteX1" fmla="*/ 8891 w 2628430"/>
                  <a:gd name="connsiteY1" fmla="*/ 2749394 h 5464715"/>
                  <a:gd name="connsiteX2" fmla="*/ 175146 w 2628430"/>
                  <a:gd name="connsiteY2" fmla="*/ 1211540 h 5464715"/>
                  <a:gd name="connsiteX3" fmla="*/ 410673 w 2628430"/>
                  <a:gd name="connsiteY3" fmla="*/ 394122 h 5464715"/>
                  <a:gd name="connsiteX4" fmla="*/ 1186527 w 2628430"/>
                  <a:gd name="connsiteY4" fmla="*/ 6194 h 5464715"/>
                  <a:gd name="connsiteX5" fmla="*/ 2142491 w 2628430"/>
                  <a:gd name="connsiteY5" fmla="*/ 269431 h 5464715"/>
                  <a:gd name="connsiteX6" fmla="*/ 2447291 w 2628430"/>
                  <a:gd name="connsiteY6" fmla="*/ 1599467 h 5464715"/>
                  <a:gd name="connsiteX7" fmla="*/ 1990091 w 2628430"/>
                  <a:gd name="connsiteY7" fmla="*/ 2610849 h 5464715"/>
                  <a:gd name="connsiteX8" fmla="*/ 1809982 w 2628430"/>
                  <a:gd name="connsiteY8" fmla="*/ 3622231 h 5464715"/>
                  <a:gd name="connsiteX9" fmla="*/ 2502709 w 2628430"/>
                  <a:gd name="connsiteY9" fmla="*/ 4508922 h 5464715"/>
                  <a:gd name="connsiteX10" fmla="*/ 2599690 w 2628430"/>
                  <a:gd name="connsiteY10" fmla="*/ 5132377 h 5464715"/>
                  <a:gd name="connsiteX11" fmla="*/ 2170200 w 2628430"/>
                  <a:gd name="connsiteY11" fmla="*/ 5423322 h 5464715"/>
                  <a:gd name="connsiteX12" fmla="*/ 895581 w 2628430"/>
                  <a:gd name="connsiteY12" fmla="*/ 5381759 h 5464715"/>
                  <a:gd name="connsiteX13" fmla="*/ 452236 w 2628430"/>
                  <a:gd name="connsiteY13" fmla="*/ 4744449 h 5464715"/>
                  <a:gd name="connsiteX0" fmla="*/ 281453 w 2457647"/>
                  <a:gd name="connsiteY0" fmla="*/ 4744449 h 5464715"/>
                  <a:gd name="connsiteX1" fmla="*/ 101345 w 2457647"/>
                  <a:gd name="connsiteY1" fmla="*/ 2790958 h 5464715"/>
                  <a:gd name="connsiteX2" fmla="*/ 4363 w 2457647"/>
                  <a:gd name="connsiteY2" fmla="*/ 1211540 h 5464715"/>
                  <a:gd name="connsiteX3" fmla="*/ 239890 w 2457647"/>
                  <a:gd name="connsiteY3" fmla="*/ 394122 h 5464715"/>
                  <a:gd name="connsiteX4" fmla="*/ 1015744 w 2457647"/>
                  <a:gd name="connsiteY4" fmla="*/ 6194 h 5464715"/>
                  <a:gd name="connsiteX5" fmla="*/ 1971708 w 2457647"/>
                  <a:gd name="connsiteY5" fmla="*/ 269431 h 5464715"/>
                  <a:gd name="connsiteX6" fmla="*/ 2276508 w 2457647"/>
                  <a:gd name="connsiteY6" fmla="*/ 1599467 h 5464715"/>
                  <a:gd name="connsiteX7" fmla="*/ 1819308 w 2457647"/>
                  <a:gd name="connsiteY7" fmla="*/ 2610849 h 5464715"/>
                  <a:gd name="connsiteX8" fmla="*/ 1639199 w 2457647"/>
                  <a:gd name="connsiteY8" fmla="*/ 3622231 h 5464715"/>
                  <a:gd name="connsiteX9" fmla="*/ 2331926 w 2457647"/>
                  <a:gd name="connsiteY9" fmla="*/ 4508922 h 5464715"/>
                  <a:gd name="connsiteX10" fmla="*/ 2428907 w 2457647"/>
                  <a:gd name="connsiteY10" fmla="*/ 5132377 h 5464715"/>
                  <a:gd name="connsiteX11" fmla="*/ 1999417 w 2457647"/>
                  <a:gd name="connsiteY11" fmla="*/ 5423322 h 5464715"/>
                  <a:gd name="connsiteX12" fmla="*/ 724798 w 2457647"/>
                  <a:gd name="connsiteY12" fmla="*/ 5381759 h 5464715"/>
                  <a:gd name="connsiteX13" fmla="*/ 281453 w 2457647"/>
                  <a:gd name="connsiteY13" fmla="*/ 4744449 h 5464715"/>
                  <a:gd name="connsiteX0" fmla="*/ 182997 w 2359191"/>
                  <a:gd name="connsiteY0" fmla="*/ 4744449 h 5464715"/>
                  <a:gd name="connsiteX1" fmla="*/ 2889 w 2359191"/>
                  <a:gd name="connsiteY1" fmla="*/ 2790958 h 5464715"/>
                  <a:gd name="connsiteX2" fmla="*/ 141434 w 2359191"/>
                  <a:gd name="connsiteY2" fmla="*/ 394122 h 5464715"/>
                  <a:gd name="connsiteX3" fmla="*/ 917288 w 2359191"/>
                  <a:gd name="connsiteY3" fmla="*/ 6194 h 5464715"/>
                  <a:gd name="connsiteX4" fmla="*/ 1873252 w 2359191"/>
                  <a:gd name="connsiteY4" fmla="*/ 269431 h 5464715"/>
                  <a:gd name="connsiteX5" fmla="*/ 2178052 w 2359191"/>
                  <a:gd name="connsiteY5" fmla="*/ 1599467 h 5464715"/>
                  <a:gd name="connsiteX6" fmla="*/ 1720852 w 2359191"/>
                  <a:gd name="connsiteY6" fmla="*/ 2610849 h 5464715"/>
                  <a:gd name="connsiteX7" fmla="*/ 1540743 w 2359191"/>
                  <a:gd name="connsiteY7" fmla="*/ 3622231 h 5464715"/>
                  <a:gd name="connsiteX8" fmla="*/ 2233470 w 2359191"/>
                  <a:gd name="connsiteY8" fmla="*/ 4508922 h 5464715"/>
                  <a:gd name="connsiteX9" fmla="*/ 2330451 w 2359191"/>
                  <a:gd name="connsiteY9" fmla="*/ 5132377 h 5464715"/>
                  <a:gd name="connsiteX10" fmla="*/ 1900961 w 2359191"/>
                  <a:gd name="connsiteY10" fmla="*/ 5423322 h 5464715"/>
                  <a:gd name="connsiteX11" fmla="*/ 626342 w 2359191"/>
                  <a:gd name="connsiteY11" fmla="*/ 5381759 h 5464715"/>
                  <a:gd name="connsiteX12" fmla="*/ 182997 w 2359191"/>
                  <a:gd name="connsiteY12" fmla="*/ 4744449 h 5464715"/>
                  <a:gd name="connsiteX0" fmla="*/ 180222 w 2356416"/>
                  <a:gd name="connsiteY0" fmla="*/ 4782093 h 5502359"/>
                  <a:gd name="connsiteX1" fmla="*/ 114 w 2356416"/>
                  <a:gd name="connsiteY1" fmla="*/ 2828602 h 5502359"/>
                  <a:gd name="connsiteX2" fmla="*/ 201419 w 2356416"/>
                  <a:gd name="connsiteY2" fmla="*/ 982913 h 5502359"/>
                  <a:gd name="connsiteX3" fmla="*/ 914513 w 2356416"/>
                  <a:gd name="connsiteY3" fmla="*/ 43838 h 5502359"/>
                  <a:gd name="connsiteX4" fmla="*/ 1870477 w 2356416"/>
                  <a:gd name="connsiteY4" fmla="*/ 307075 h 5502359"/>
                  <a:gd name="connsiteX5" fmla="*/ 2175277 w 2356416"/>
                  <a:gd name="connsiteY5" fmla="*/ 1637111 h 5502359"/>
                  <a:gd name="connsiteX6" fmla="*/ 1718077 w 2356416"/>
                  <a:gd name="connsiteY6" fmla="*/ 2648493 h 5502359"/>
                  <a:gd name="connsiteX7" fmla="*/ 1537968 w 2356416"/>
                  <a:gd name="connsiteY7" fmla="*/ 3659875 h 5502359"/>
                  <a:gd name="connsiteX8" fmla="*/ 2230695 w 2356416"/>
                  <a:gd name="connsiteY8" fmla="*/ 4546566 h 5502359"/>
                  <a:gd name="connsiteX9" fmla="*/ 2327676 w 2356416"/>
                  <a:gd name="connsiteY9" fmla="*/ 5170021 h 5502359"/>
                  <a:gd name="connsiteX10" fmla="*/ 1898186 w 2356416"/>
                  <a:gd name="connsiteY10" fmla="*/ 5460966 h 5502359"/>
                  <a:gd name="connsiteX11" fmla="*/ 623567 w 2356416"/>
                  <a:gd name="connsiteY11" fmla="*/ 5419403 h 5502359"/>
                  <a:gd name="connsiteX12" fmla="*/ 180222 w 2356416"/>
                  <a:gd name="connsiteY12" fmla="*/ 4782093 h 55023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356416" h="5502359">
                    <a:moveTo>
                      <a:pt x="180222" y="4782093"/>
                    </a:moveTo>
                    <a:cubicBezTo>
                      <a:pt x="76313" y="4350293"/>
                      <a:pt x="-3419" y="3461799"/>
                      <a:pt x="114" y="2828602"/>
                    </a:cubicBezTo>
                    <a:cubicBezTo>
                      <a:pt x="3647" y="2195405"/>
                      <a:pt x="49019" y="1447040"/>
                      <a:pt x="201419" y="982913"/>
                    </a:cubicBezTo>
                    <a:cubicBezTo>
                      <a:pt x="353819" y="518786"/>
                      <a:pt x="636337" y="156478"/>
                      <a:pt x="914513" y="43838"/>
                    </a:cubicBezTo>
                    <a:cubicBezTo>
                      <a:pt x="1192689" y="-68802"/>
                      <a:pt x="1660350" y="41530"/>
                      <a:pt x="1870477" y="307075"/>
                    </a:cubicBezTo>
                    <a:cubicBezTo>
                      <a:pt x="2080604" y="572620"/>
                      <a:pt x="2200677" y="1246875"/>
                      <a:pt x="2175277" y="1637111"/>
                    </a:cubicBezTo>
                    <a:cubicBezTo>
                      <a:pt x="2149877" y="2027347"/>
                      <a:pt x="1824295" y="2311366"/>
                      <a:pt x="1718077" y="2648493"/>
                    </a:cubicBezTo>
                    <a:cubicBezTo>
                      <a:pt x="1611859" y="2985620"/>
                      <a:pt x="1452532" y="3343530"/>
                      <a:pt x="1537968" y="3659875"/>
                    </a:cubicBezTo>
                    <a:cubicBezTo>
                      <a:pt x="1623404" y="3976221"/>
                      <a:pt x="2099077" y="4294875"/>
                      <a:pt x="2230695" y="4546566"/>
                    </a:cubicBezTo>
                    <a:cubicBezTo>
                      <a:pt x="2362313" y="4798257"/>
                      <a:pt x="2383094" y="5017621"/>
                      <a:pt x="2327676" y="5170021"/>
                    </a:cubicBezTo>
                    <a:cubicBezTo>
                      <a:pt x="2272258" y="5322421"/>
                      <a:pt x="2258404" y="5403239"/>
                      <a:pt x="1898186" y="5460966"/>
                    </a:cubicBezTo>
                    <a:cubicBezTo>
                      <a:pt x="1537968" y="5518693"/>
                      <a:pt x="907585" y="5525621"/>
                      <a:pt x="623567" y="5419403"/>
                    </a:cubicBezTo>
                    <a:cubicBezTo>
                      <a:pt x="339549" y="5313185"/>
                      <a:pt x="284131" y="5213893"/>
                      <a:pt x="180222" y="47820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0F56DE9D-86DC-C883-64E3-AAF0B5E1B71D}"/>
                  </a:ext>
                </a:extLst>
              </p:cNvPr>
              <p:cNvSpPr/>
              <p:nvPr/>
            </p:nvSpPr>
            <p:spPr>
              <a:xfrm rot="10800000">
                <a:off x="8747807" y="1008139"/>
                <a:ext cx="609600" cy="89356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DD059270-8617-DA22-17BE-9130BF7B2331}"/>
                  </a:ext>
                </a:extLst>
              </p:cNvPr>
              <p:cNvSpPr/>
              <p:nvPr/>
            </p:nvSpPr>
            <p:spPr>
              <a:xfrm rot="10800000">
                <a:off x="9519274" y="1213747"/>
                <a:ext cx="274361" cy="54864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44546A85-50AF-D7B6-73E0-B7333C3748CD}"/>
                  </a:ext>
                </a:extLst>
              </p:cNvPr>
              <p:cNvSpPr/>
              <p:nvPr/>
            </p:nvSpPr>
            <p:spPr>
              <a:xfrm rot="10800000">
                <a:off x="9854512" y="1305187"/>
                <a:ext cx="274361" cy="54864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49D6C488-359C-F05B-39C3-7CA66046EEDC}"/>
                  </a:ext>
                </a:extLst>
              </p:cNvPr>
              <p:cNvSpPr/>
              <p:nvPr/>
            </p:nvSpPr>
            <p:spPr>
              <a:xfrm rot="10800000">
                <a:off x="10205073" y="1416688"/>
                <a:ext cx="274361" cy="457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25E4E0DD-C2C9-EF94-06EF-EE329170D325}"/>
                  </a:ext>
                </a:extLst>
              </p:cNvPr>
              <p:cNvSpPr/>
              <p:nvPr/>
            </p:nvSpPr>
            <p:spPr>
              <a:xfrm rot="10800000">
                <a:off x="10540311" y="1670947"/>
                <a:ext cx="274361" cy="365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B56254C-00B8-D044-624F-8094B589FBCF}"/>
              </a:ext>
            </a:extLst>
          </p:cNvPr>
          <p:cNvGrpSpPr>
            <a:grpSpLocks noChangeAspect="1"/>
          </p:cNvGrpSpPr>
          <p:nvPr/>
        </p:nvGrpSpPr>
        <p:grpSpPr>
          <a:xfrm rot="3496093">
            <a:off x="4624215" y="1198975"/>
            <a:ext cx="175167" cy="399600"/>
            <a:chOff x="8024239" y="1985356"/>
            <a:chExt cx="2141775" cy="4911414"/>
          </a:xfrm>
        </p:grpSpPr>
        <p:sp>
          <p:nvSpPr>
            <p:cNvPr id="87" name="Freeform 5">
              <a:extLst>
                <a:ext uri="{FF2B5EF4-FFF2-40B4-BE49-F238E27FC236}">
                  <a16:creationId xmlns:a16="http://schemas.microsoft.com/office/drawing/2014/main" id="{84565CF0-DAE7-E1BD-2B63-A36A8E99DEF3}"/>
                </a:ext>
              </a:extLst>
            </p:cNvPr>
            <p:cNvSpPr/>
            <p:nvPr/>
          </p:nvSpPr>
          <p:spPr>
            <a:xfrm rot="10626065" flipH="1">
              <a:off x="8024239" y="2973626"/>
              <a:ext cx="2141775" cy="3923144"/>
            </a:xfrm>
            <a:custGeom>
              <a:avLst/>
              <a:gdLst>
                <a:gd name="connsiteX0" fmla="*/ 452236 w 2914469"/>
                <a:gd name="connsiteY0" fmla="*/ 4744449 h 5470974"/>
                <a:gd name="connsiteX1" fmla="*/ 8891 w 2914469"/>
                <a:gd name="connsiteY1" fmla="*/ 2749394 h 5470974"/>
                <a:gd name="connsiteX2" fmla="*/ 175146 w 2914469"/>
                <a:gd name="connsiteY2" fmla="*/ 1211540 h 5470974"/>
                <a:gd name="connsiteX3" fmla="*/ 410673 w 2914469"/>
                <a:gd name="connsiteY3" fmla="*/ 394122 h 5470974"/>
                <a:gd name="connsiteX4" fmla="*/ 1186527 w 2914469"/>
                <a:gd name="connsiteY4" fmla="*/ 6194 h 5470974"/>
                <a:gd name="connsiteX5" fmla="*/ 2142491 w 2914469"/>
                <a:gd name="connsiteY5" fmla="*/ 269431 h 5470974"/>
                <a:gd name="connsiteX6" fmla="*/ 2447291 w 2914469"/>
                <a:gd name="connsiteY6" fmla="*/ 1599467 h 5470974"/>
                <a:gd name="connsiteX7" fmla="*/ 1990091 w 2914469"/>
                <a:gd name="connsiteY7" fmla="*/ 2610849 h 5470974"/>
                <a:gd name="connsiteX8" fmla="*/ 1809982 w 2914469"/>
                <a:gd name="connsiteY8" fmla="*/ 3622231 h 5470974"/>
                <a:gd name="connsiteX9" fmla="*/ 2655109 w 2914469"/>
                <a:gd name="connsiteY9" fmla="*/ 4522776 h 5470974"/>
                <a:gd name="connsiteX10" fmla="*/ 2890636 w 2914469"/>
                <a:gd name="connsiteY10" fmla="*/ 5049249 h 5470974"/>
                <a:gd name="connsiteX11" fmla="*/ 2170200 w 2914469"/>
                <a:gd name="connsiteY11" fmla="*/ 5423322 h 5470974"/>
                <a:gd name="connsiteX12" fmla="*/ 729327 w 2914469"/>
                <a:gd name="connsiteY12" fmla="*/ 5395613 h 5470974"/>
                <a:gd name="connsiteX13" fmla="*/ 452236 w 2914469"/>
                <a:gd name="connsiteY13" fmla="*/ 4744449 h 5470974"/>
                <a:gd name="connsiteX0" fmla="*/ 452236 w 2733397"/>
                <a:gd name="connsiteY0" fmla="*/ 4744449 h 5470974"/>
                <a:gd name="connsiteX1" fmla="*/ 8891 w 2733397"/>
                <a:gd name="connsiteY1" fmla="*/ 2749394 h 5470974"/>
                <a:gd name="connsiteX2" fmla="*/ 175146 w 2733397"/>
                <a:gd name="connsiteY2" fmla="*/ 1211540 h 5470974"/>
                <a:gd name="connsiteX3" fmla="*/ 410673 w 2733397"/>
                <a:gd name="connsiteY3" fmla="*/ 394122 h 5470974"/>
                <a:gd name="connsiteX4" fmla="*/ 1186527 w 2733397"/>
                <a:gd name="connsiteY4" fmla="*/ 6194 h 5470974"/>
                <a:gd name="connsiteX5" fmla="*/ 2142491 w 2733397"/>
                <a:gd name="connsiteY5" fmla="*/ 269431 h 5470974"/>
                <a:gd name="connsiteX6" fmla="*/ 2447291 w 2733397"/>
                <a:gd name="connsiteY6" fmla="*/ 1599467 h 5470974"/>
                <a:gd name="connsiteX7" fmla="*/ 1990091 w 2733397"/>
                <a:gd name="connsiteY7" fmla="*/ 2610849 h 5470974"/>
                <a:gd name="connsiteX8" fmla="*/ 1809982 w 2733397"/>
                <a:gd name="connsiteY8" fmla="*/ 3622231 h 5470974"/>
                <a:gd name="connsiteX9" fmla="*/ 2655109 w 2733397"/>
                <a:gd name="connsiteY9" fmla="*/ 4522776 h 5470974"/>
                <a:gd name="connsiteX10" fmla="*/ 2641254 w 2733397"/>
                <a:gd name="connsiteY10" fmla="*/ 5146231 h 5470974"/>
                <a:gd name="connsiteX11" fmla="*/ 2170200 w 2733397"/>
                <a:gd name="connsiteY11" fmla="*/ 5423322 h 5470974"/>
                <a:gd name="connsiteX12" fmla="*/ 729327 w 2733397"/>
                <a:gd name="connsiteY12" fmla="*/ 5395613 h 5470974"/>
                <a:gd name="connsiteX13" fmla="*/ 452236 w 2733397"/>
                <a:gd name="connsiteY13" fmla="*/ 4744449 h 5470974"/>
                <a:gd name="connsiteX0" fmla="*/ 452236 w 2662490"/>
                <a:gd name="connsiteY0" fmla="*/ 4744449 h 5470974"/>
                <a:gd name="connsiteX1" fmla="*/ 8891 w 2662490"/>
                <a:gd name="connsiteY1" fmla="*/ 2749394 h 5470974"/>
                <a:gd name="connsiteX2" fmla="*/ 175146 w 2662490"/>
                <a:gd name="connsiteY2" fmla="*/ 1211540 h 5470974"/>
                <a:gd name="connsiteX3" fmla="*/ 410673 w 2662490"/>
                <a:gd name="connsiteY3" fmla="*/ 394122 h 5470974"/>
                <a:gd name="connsiteX4" fmla="*/ 1186527 w 2662490"/>
                <a:gd name="connsiteY4" fmla="*/ 6194 h 5470974"/>
                <a:gd name="connsiteX5" fmla="*/ 2142491 w 2662490"/>
                <a:gd name="connsiteY5" fmla="*/ 269431 h 5470974"/>
                <a:gd name="connsiteX6" fmla="*/ 2447291 w 2662490"/>
                <a:gd name="connsiteY6" fmla="*/ 1599467 h 5470974"/>
                <a:gd name="connsiteX7" fmla="*/ 1990091 w 2662490"/>
                <a:gd name="connsiteY7" fmla="*/ 2610849 h 5470974"/>
                <a:gd name="connsiteX8" fmla="*/ 1809982 w 2662490"/>
                <a:gd name="connsiteY8" fmla="*/ 3622231 h 5470974"/>
                <a:gd name="connsiteX9" fmla="*/ 2502709 w 2662490"/>
                <a:gd name="connsiteY9" fmla="*/ 4508922 h 5470974"/>
                <a:gd name="connsiteX10" fmla="*/ 2641254 w 2662490"/>
                <a:gd name="connsiteY10" fmla="*/ 5146231 h 5470974"/>
                <a:gd name="connsiteX11" fmla="*/ 2170200 w 2662490"/>
                <a:gd name="connsiteY11" fmla="*/ 5423322 h 5470974"/>
                <a:gd name="connsiteX12" fmla="*/ 729327 w 2662490"/>
                <a:gd name="connsiteY12" fmla="*/ 5395613 h 5470974"/>
                <a:gd name="connsiteX13" fmla="*/ 452236 w 2662490"/>
                <a:gd name="connsiteY13" fmla="*/ 4744449 h 5470974"/>
                <a:gd name="connsiteX0" fmla="*/ 452236 w 2628430"/>
                <a:gd name="connsiteY0" fmla="*/ 4744449 h 5470974"/>
                <a:gd name="connsiteX1" fmla="*/ 8891 w 2628430"/>
                <a:gd name="connsiteY1" fmla="*/ 2749394 h 5470974"/>
                <a:gd name="connsiteX2" fmla="*/ 175146 w 2628430"/>
                <a:gd name="connsiteY2" fmla="*/ 1211540 h 5470974"/>
                <a:gd name="connsiteX3" fmla="*/ 410673 w 2628430"/>
                <a:gd name="connsiteY3" fmla="*/ 394122 h 5470974"/>
                <a:gd name="connsiteX4" fmla="*/ 1186527 w 2628430"/>
                <a:gd name="connsiteY4" fmla="*/ 6194 h 5470974"/>
                <a:gd name="connsiteX5" fmla="*/ 2142491 w 2628430"/>
                <a:gd name="connsiteY5" fmla="*/ 269431 h 5470974"/>
                <a:gd name="connsiteX6" fmla="*/ 2447291 w 2628430"/>
                <a:gd name="connsiteY6" fmla="*/ 1599467 h 5470974"/>
                <a:gd name="connsiteX7" fmla="*/ 1990091 w 2628430"/>
                <a:gd name="connsiteY7" fmla="*/ 2610849 h 5470974"/>
                <a:gd name="connsiteX8" fmla="*/ 1809982 w 2628430"/>
                <a:gd name="connsiteY8" fmla="*/ 3622231 h 5470974"/>
                <a:gd name="connsiteX9" fmla="*/ 2502709 w 2628430"/>
                <a:gd name="connsiteY9" fmla="*/ 4508922 h 5470974"/>
                <a:gd name="connsiteX10" fmla="*/ 2599690 w 2628430"/>
                <a:gd name="connsiteY10" fmla="*/ 5132377 h 5470974"/>
                <a:gd name="connsiteX11" fmla="*/ 2170200 w 2628430"/>
                <a:gd name="connsiteY11" fmla="*/ 5423322 h 5470974"/>
                <a:gd name="connsiteX12" fmla="*/ 729327 w 2628430"/>
                <a:gd name="connsiteY12" fmla="*/ 5395613 h 5470974"/>
                <a:gd name="connsiteX13" fmla="*/ 452236 w 2628430"/>
                <a:gd name="connsiteY13" fmla="*/ 4744449 h 5470974"/>
                <a:gd name="connsiteX0" fmla="*/ 452236 w 2628430"/>
                <a:gd name="connsiteY0" fmla="*/ 4744449 h 5464715"/>
                <a:gd name="connsiteX1" fmla="*/ 8891 w 2628430"/>
                <a:gd name="connsiteY1" fmla="*/ 2749394 h 5464715"/>
                <a:gd name="connsiteX2" fmla="*/ 175146 w 2628430"/>
                <a:gd name="connsiteY2" fmla="*/ 1211540 h 5464715"/>
                <a:gd name="connsiteX3" fmla="*/ 410673 w 2628430"/>
                <a:gd name="connsiteY3" fmla="*/ 394122 h 5464715"/>
                <a:gd name="connsiteX4" fmla="*/ 1186527 w 2628430"/>
                <a:gd name="connsiteY4" fmla="*/ 6194 h 5464715"/>
                <a:gd name="connsiteX5" fmla="*/ 2142491 w 2628430"/>
                <a:gd name="connsiteY5" fmla="*/ 269431 h 5464715"/>
                <a:gd name="connsiteX6" fmla="*/ 2447291 w 2628430"/>
                <a:gd name="connsiteY6" fmla="*/ 1599467 h 5464715"/>
                <a:gd name="connsiteX7" fmla="*/ 1990091 w 2628430"/>
                <a:gd name="connsiteY7" fmla="*/ 2610849 h 5464715"/>
                <a:gd name="connsiteX8" fmla="*/ 1809982 w 2628430"/>
                <a:gd name="connsiteY8" fmla="*/ 3622231 h 5464715"/>
                <a:gd name="connsiteX9" fmla="*/ 2502709 w 2628430"/>
                <a:gd name="connsiteY9" fmla="*/ 4508922 h 5464715"/>
                <a:gd name="connsiteX10" fmla="*/ 2599690 w 2628430"/>
                <a:gd name="connsiteY10" fmla="*/ 5132377 h 5464715"/>
                <a:gd name="connsiteX11" fmla="*/ 2170200 w 2628430"/>
                <a:gd name="connsiteY11" fmla="*/ 5423322 h 5464715"/>
                <a:gd name="connsiteX12" fmla="*/ 895581 w 2628430"/>
                <a:gd name="connsiteY12" fmla="*/ 5381759 h 5464715"/>
                <a:gd name="connsiteX13" fmla="*/ 452236 w 2628430"/>
                <a:gd name="connsiteY13" fmla="*/ 4744449 h 5464715"/>
                <a:gd name="connsiteX0" fmla="*/ 281453 w 2457647"/>
                <a:gd name="connsiteY0" fmla="*/ 4744449 h 5464715"/>
                <a:gd name="connsiteX1" fmla="*/ 101345 w 2457647"/>
                <a:gd name="connsiteY1" fmla="*/ 2790958 h 5464715"/>
                <a:gd name="connsiteX2" fmla="*/ 4363 w 2457647"/>
                <a:gd name="connsiteY2" fmla="*/ 1211540 h 5464715"/>
                <a:gd name="connsiteX3" fmla="*/ 239890 w 2457647"/>
                <a:gd name="connsiteY3" fmla="*/ 394122 h 5464715"/>
                <a:gd name="connsiteX4" fmla="*/ 1015744 w 2457647"/>
                <a:gd name="connsiteY4" fmla="*/ 6194 h 5464715"/>
                <a:gd name="connsiteX5" fmla="*/ 1971708 w 2457647"/>
                <a:gd name="connsiteY5" fmla="*/ 269431 h 5464715"/>
                <a:gd name="connsiteX6" fmla="*/ 2276508 w 2457647"/>
                <a:gd name="connsiteY6" fmla="*/ 1599467 h 5464715"/>
                <a:gd name="connsiteX7" fmla="*/ 1819308 w 2457647"/>
                <a:gd name="connsiteY7" fmla="*/ 2610849 h 5464715"/>
                <a:gd name="connsiteX8" fmla="*/ 1639199 w 2457647"/>
                <a:gd name="connsiteY8" fmla="*/ 3622231 h 5464715"/>
                <a:gd name="connsiteX9" fmla="*/ 2331926 w 2457647"/>
                <a:gd name="connsiteY9" fmla="*/ 4508922 h 5464715"/>
                <a:gd name="connsiteX10" fmla="*/ 2428907 w 2457647"/>
                <a:gd name="connsiteY10" fmla="*/ 5132377 h 5464715"/>
                <a:gd name="connsiteX11" fmla="*/ 1999417 w 2457647"/>
                <a:gd name="connsiteY11" fmla="*/ 5423322 h 5464715"/>
                <a:gd name="connsiteX12" fmla="*/ 724798 w 2457647"/>
                <a:gd name="connsiteY12" fmla="*/ 5381759 h 5464715"/>
                <a:gd name="connsiteX13" fmla="*/ 281453 w 2457647"/>
                <a:gd name="connsiteY13" fmla="*/ 4744449 h 5464715"/>
                <a:gd name="connsiteX0" fmla="*/ 182997 w 2359191"/>
                <a:gd name="connsiteY0" fmla="*/ 4744449 h 5464715"/>
                <a:gd name="connsiteX1" fmla="*/ 2889 w 2359191"/>
                <a:gd name="connsiteY1" fmla="*/ 2790958 h 5464715"/>
                <a:gd name="connsiteX2" fmla="*/ 141434 w 2359191"/>
                <a:gd name="connsiteY2" fmla="*/ 394122 h 5464715"/>
                <a:gd name="connsiteX3" fmla="*/ 917288 w 2359191"/>
                <a:gd name="connsiteY3" fmla="*/ 6194 h 5464715"/>
                <a:gd name="connsiteX4" fmla="*/ 1873252 w 2359191"/>
                <a:gd name="connsiteY4" fmla="*/ 269431 h 5464715"/>
                <a:gd name="connsiteX5" fmla="*/ 2178052 w 2359191"/>
                <a:gd name="connsiteY5" fmla="*/ 1599467 h 5464715"/>
                <a:gd name="connsiteX6" fmla="*/ 1720852 w 2359191"/>
                <a:gd name="connsiteY6" fmla="*/ 2610849 h 5464715"/>
                <a:gd name="connsiteX7" fmla="*/ 1540743 w 2359191"/>
                <a:gd name="connsiteY7" fmla="*/ 3622231 h 5464715"/>
                <a:gd name="connsiteX8" fmla="*/ 2233470 w 2359191"/>
                <a:gd name="connsiteY8" fmla="*/ 4508922 h 5464715"/>
                <a:gd name="connsiteX9" fmla="*/ 2330451 w 2359191"/>
                <a:gd name="connsiteY9" fmla="*/ 5132377 h 5464715"/>
                <a:gd name="connsiteX10" fmla="*/ 1900961 w 2359191"/>
                <a:gd name="connsiteY10" fmla="*/ 5423322 h 5464715"/>
                <a:gd name="connsiteX11" fmla="*/ 626342 w 2359191"/>
                <a:gd name="connsiteY11" fmla="*/ 5381759 h 5464715"/>
                <a:gd name="connsiteX12" fmla="*/ 182997 w 2359191"/>
                <a:gd name="connsiteY12" fmla="*/ 4744449 h 5464715"/>
                <a:gd name="connsiteX0" fmla="*/ 180110 w 2356304"/>
                <a:gd name="connsiteY0" fmla="*/ 4785805 h 5506071"/>
                <a:gd name="connsiteX1" fmla="*/ 2 w 2356304"/>
                <a:gd name="connsiteY1" fmla="*/ 2832314 h 5506071"/>
                <a:gd name="connsiteX2" fmla="*/ 182207 w 2356304"/>
                <a:gd name="connsiteY2" fmla="*/ 1038518 h 5506071"/>
                <a:gd name="connsiteX3" fmla="*/ 914401 w 2356304"/>
                <a:gd name="connsiteY3" fmla="*/ 47550 h 5506071"/>
                <a:gd name="connsiteX4" fmla="*/ 1870365 w 2356304"/>
                <a:gd name="connsiteY4" fmla="*/ 310787 h 5506071"/>
                <a:gd name="connsiteX5" fmla="*/ 2175165 w 2356304"/>
                <a:gd name="connsiteY5" fmla="*/ 1640823 h 5506071"/>
                <a:gd name="connsiteX6" fmla="*/ 1717965 w 2356304"/>
                <a:gd name="connsiteY6" fmla="*/ 2652205 h 5506071"/>
                <a:gd name="connsiteX7" fmla="*/ 1537856 w 2356304"/>
                <a:gd name="connsiteY7" fmla="*/ 3663587 h 5506071"/>
                <a:gd name="connsiteX8" fmla="*/ 2230583 w 2356304"/>
                <a:gd name="connsiteY8" fmla="*/ 4550278 h 5506071"/>
                <a:gd name="connsiteX9" fmla="*/ 2327564 w 2356304"/>
                <a:gd name="connsiteY9" fmla="*/ 5173733 h 5506071"/>
                <a:gd name="connsiteX10" fmla="*/ 1898074 w 2356304"/>
                <a:gd name="connsiteY10" fmla="*/ 5464678 h 5506071"/>
                <a:gd name="connsiteX11" fmla="*/ 623455 w 2356304"/>
                <a:gd name="connsiteY11" fmla="*/ 5423115 h 5506071"/>
                <a:gd name="connsiteX12" fmla="*/ 180110 w 2356304"/>
                <a:gd name="connsiteY12" fmla="*/ 4785805 h 5506071"/>
                <a:gd name="connsiteX0" fmla="*/ 181079 w 2357273"/>
                <a:gd name="connsiteY0" fmla="*/ 4796399 h 5516665"/>
                <a:gd name="connsiteX1" fmla="*/ 971 w 2357273"/>
                <a:gd name="connsiteY1" fmla="*/ 2842908 h 5516665"/>
                <a:gd name="connsiteX2" fmla="*/ 248289 w 2357273"/>
                <a:gd name="connsiteY2" fmla="*/ 1196366 h 5516665"/>
                <a:gd name="connsiteX3" fmla="*/ 915370 w 2357273"/>
                <a:gd name="connsiteY3" fmla="*/ 58144 h 5516665"/>
                <a:gd name="connsiteX4" fmla="*/ 1871334 w 2357273"/>
                <a:gd name="connsiteY4" fmla="*/ 321381 h 5516665"/>
                <a:gd name="connsiteX5" fmla="*/ 2176134 w 2357273"/>
                <a:gd name="connsiteY5" fmla="*/ 1651417 h 5516665"/>
                <a:gd name="connsiteX6" fmla="*/ 1718934 w 2357273"/>
                <a:gd name="connsiteY6" fmla="*/ 2662799 h 5516665"/>
                <a:gd name="connsiteX7" fmla="*/ 1538825 w 2357273"/>
                <a:gd name="connsiteY7" fmla="*/ 3674181 h 5516665"/>
                <a:gd name="connsiteX8" fmla="*/ 2231552 w 2357273"/>
                <a:gd name="connsiteY8" fmla="*/ 4560872 h 5516665"/>
                <a:gd name="connsiteX9" fmla="*/ 2328533 w 2357273"/>
                <a:gd name="connsiteY9" fmla="*/ 5184327 h 5516665"/>
                <a:gd name="connsiteX10" fmla="*/ 1899043 w 2357273"/>
                <a:gd name="connsiteY10" fmla="*/ 5475272 h 5516665"/>
                <a:gd name="connsiteX11" fmla="*/ 624424 w 2357273"/>
                <a:gd name="connsiteY11" fmla="*/ 5433709 h 5516665"/>
                <a:gd name="connsiteX12" fmla="*/ 181079 w 2357273"/>
                <a:gd name="connsiteY12" fmla="*/ 4796399 h 5516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57273" h="5516665">
                  <a:moveTo>
                    <a:pt x="181079" y="4796399"/>
                  </a:moveTo>
                  <a:cubicBezTo>
                    <a:pt x="77170" y="4364599"/>
                    <a:pt x="-10231" y="3442913"/>
                    <a:pt x="971" y="2842908"/>
                  </a:cubicBezTo>
                  <a:cubicBezTo>
                    <a:pt x="12173" y="2242903"/>
                    <a:pt x="95889" y="1660493"/>
                    <a:pt x="248289" y="1196366"/>
                  </a:cubicBezTo>
                  <a:cubicBezTo>
                    <a:pt x="400689" y="732239"/>
                    <a:pt x="644863" y="203975"/>
                    <a:pt x="915370" y="58144"/>
                  </a:cubicBezTo>
                  <a:cubicBezTo>
                    <a:pt x="1185878" y="-87687"/>
                    <a:pt x="1661207" y="55836"/>
                    <a:pt x="1871334" y="321381"/>
                  </a:cubicBezTo>
                  <a:cubicBezTo>
                    <a:pt x="2081461" y="586926"/>
                    <a:pt x="2201534" y="1261181"/>
                    <a:pt x="2176134" y="1651417"/>
                  </a:cubicBezTo>
                  <a:cubicBezTo>
                    <a:pt x="2150734" y="2041653"/>
                    <a:pt x="1825152" y="2325672"/>
                    <a:pt x="1718934" y="2662799"/>
                  </a:cubicBezTo>
                  <a:cubicBezTo>
                    <a:pt x="1612716" y="2999926"/>
                    <a:pt x="1453389" y="3357836"/>
                    <a:pt x="1538825" y="3674181"/>
                  </a:cubicBezTo>
                  <a:cubicBezTo>
                    <a:pt x="1624261" y="3990527"/>
                    <a:pt x="2099934" y="4309181"/>
                    <a:pt x="2231552" y="4560872"/>
                  </a:cubicBezTo>
                  <a:cubicBezTo>
                    <a:pt x="2363170" y="4812563"/>
                    <a:pt x="2383951" y="5031927"/>
                    <a:pt x="2328533" y="5184327"/>
                  </a:cubicBezTo>
                  <a:cubicBezTo>
                    <a:pt x="2273115" y="5336727"/>
                    <a:pt x="2259261" y="5417545"/>
                    <a:pt x="1899043" y="5475272"/>
                  </a:cubicBezTo>
                  <a:cubicBezTo>
                    <a:pt x="1538825" y="5532999"/>
                    <a:pt x="908442" y="5539927"/>
                    <a:pt x="624424" y="5433709"/>
                  </a:cubicBezTo>
                  <a:cubicBezTo>
                    <a:pt x="340406" y="5327491"/>
                    <a:pt x="284988" y="5228199"/>
                    <a:pt x="181079" y="479639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879C8196-575A-AC2B-2A98-AEB5AB3884BF}"/>
                </a:ext>
              </a:extLst>
            </p:cNvPr>
            <p:cNvSpPr/>
            <p:nvPr/>
          </p:nvSpPr>
          <p:spPr>
            <a:xfrm rot="10800000">
              <a:off x="9506781" y="1985356"/>
              <a:ext cx="609600" cy="89356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52A15E1D-3B00-32E2-CB90-058314051378}"/>
                </a:ext>
              </a:extLst>
            </p:cNvPr>
            <p:cNvSpPr/>
            <p:nvPr/>
          </p:nvSpPr>
          <p:spPr>
            <a:xfrm rot="10800000">
              <a:off x="9107731" y="2190964"/>
              <a:ext cx="274361" cy="5486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992F89F9-B7D8-5DC8-D891-12E0B2E95F3B}"/>
                </a:ext>
              </a:extLst>
            </p:cNvPr>
            <p:cNvSpPr/>
            <p:nvPr/>
          </p:nvSpPr>
          <p:spPr>
            <a:xfrm rot="10800000">
              <a:off x="8741529" y="2282404"/>
              <a:ext cx="274361" cy="5486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8CEF0625-23AF-687F-D271-2D77E99D9B9C}"/>
                </a:ext>
              </a:extLst>
            </p:cNvPr>
            <p:cNvSpPr/>
            <p:nvPr/>
          </p:nvSpPr>
          <p:spPr>
            <a:xfrm rot="10800000">
              <a:off x="8392434" y="2393906"/>
              <a:ext cx="274361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7E2147F3-E261-9346-7C88-CC3C08ADAE6E}"/>
                </a:ext>
              </a:extLst>
            </p:cNvPr>
            <p:cNvSpPr/>
            <p:nvPr/>
          </p:nvSpPr>
          <p:spPr>
            <a:xfrm rot="10800000">
              <a:off x="8040832" y="2648164"/>
              <a:ext cx="274361" cy="365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2C2C27F-07A0-DE1E-EF50-F2DEEC2EA28C}"/>
              </a:ext>
            </a:extLst>
          </p:cNvPr>
          <p:cNvGrpSpPr>
            <a:grpSpLocks noChangeAspect="1"/>
          </p:cNvGrpSpPr>
          <p:nvPr/>
        </p:nvGrpSpPr>
        <p:grpSpPr>
          <a:xfrm rot="3426957">
            <a:off x="4388563" y="1737977"/>
            <a:ext cx="174259" cy="397973"/>
            <a:chOff x="8668623" y="1008139"/>
            <a:chExt cx="2146049" cy="4901076"/>
          </a:xfrm>
        </p:grpSpPr>
        <p:sp>
          <p:nvSpPr>
            <p:cNvPr id="80" name="Freeform 4">
              <a:extLst>
                <a:ext uri="{FF2B5EF4-FFF2-40B4-BE49-F238E27FC236}">
                  <a16:creationId xmlns:a16="http://schemas.microsoft.com/office/drawing/2014/main" id="{95ECE1E7-EAB6-9DCB-3D90-45243830AD8A}"/>
                </a:ext>
              </a:extLst>
            </p:cNvPr>
            <p:cNvSpPr/>
            <p:nvPr/>
          </p:nvSpPr>
          <p:spPr>
            <a:xfrm rot="10984993">
              <a:off x="8668623" y="1996245"/>
              <a:ext cx="2140997" cy="3912970"/>
            </a:xfrm>
            <a:custGeom>
              <a:avLst/>
              <a:gdLst>
                <a:gd name="connsiteX0" fmla="*/ 452236 w 2914469"/>
                <a:gd name="connsiteY0" fmla="*/ 4744449 h 5470974"/>
                <a:gd name="connsiteX1" fmla="*/ 8891 w 2914469"/>
                <a:gd name="connsiteY1" fmla="*/ 2749394 h 5470974"/>
                <a:gd name="connsiteX2" fmla="*/ 175146 w 2914469"/>
                <a:gd name="connsiteY2" fmla="*/ 1211540 h 5470974"/>
                <a:gd name="connsiteX3" fmla="*/ 410673 w 2914469"/>
                <a:gd name="connsiteY3" fmla="*/ 394122 h 5470974"/>
                <a:gd name="connsiteX4" fmla="*/ 1186527 w 2914469"/>
                <a:gd name="connsiteY4" fmla="*/ 6194 h 5470974"/>
                <a:gd name="connsiteX5" fmla="*/ 2142491 w 2914469"/>
                <a:gd name="connsiteY5" fmla="*/ 269431 h 5470974"/>
                <a:gd name="connsiteX6" fmla="*/ 2447291 w 2914469"/>
                <a:gd name="connsiteY6" fmla="*/ 1599467 h 5470974"/>
                <a:gd name="connsiteX7" fmla="*/ 1990091 w 2914469"/>
                <a:gd name="connsiteY7" fmla="*/ 2610849 h 5470974"/>
                <a:gd name="connsiteX8" fmla="*/ 1809982 w 2914469"/>
                <a:gd name="connsiteY8" fmla="*/ 3622231 h 5470974"/>
                <a:gd name="connsiteX9" fmla="*/ 2655109 w 2914469"/>
                <a:gd name="connsiteY9" fmla="*/ 4522776 h 5470974"/>
                <a:gd name="connsiteX10" fmla="*/ 2890636 w 2914469"/>
                <a:gd name="connsiteY10" fmla="*/ 5049249 h 5470974"/>
                <a:gd name="connsiteX11" fmla="*/ 2170200 w 2914469"/>
                <a:gd name="connsiteY11" fmla="*/ 5423322 h 5470974"/>
                <a:gd name="connsiteX12" fmla="*/ 729327 w 2914469"/>
                <a:gd name="connsiteY12" fmla="*/ 5395613 h 5470974"/>
                <a:gd name="connsiteX13" fmla="*/ 452236 w 2914469"/>
                <a:gd name="connsiteY13" fmla="*/ 4744449 h 5470974"/>
                <a:gd name="connsiteX0" fmla="*/ 452236 w 2733397"/>
                <a:gd name="connsiteY0" fmla="*/ 4744449 h 5470974"/>
                <a:gd name="connsiteX1" fmla="*/ 8891 w 2733397"/>
                <a:gd name="connsiteY1" fmla="*/ 2749394 h 5470974"/>
                <a:gd name="connsiteX2" fmla="*/ 175146 w 2733397"/>
                <a:gd name="connsiteY2" fmla="*/ 1211540 h 5470974"/>
                <a:gd name="connsiteX3" fmla="*/ 410673 w 2733397"/>
                <a:gd name="connsiteY3" fmla="*/ 394122 h 5470974"/>
                <a:gd name="connsiteX4" fmla="*/ 1186527 w 2733397"/>
                <a:gd name="connsiteY4" fmla="*/ 6194 h 5470974"/>
                <a:gd name="connsiteX5" fmla="*/ 2142491 w 2733397"/>
                <a:gd name="connsiteY5" fmla="*/ 269431 h 5470974"/>
                <a:gd name="connsiteX6" fmla="*/ 2447291 w 2733397"/>
                <a:gd name="connsiteY6" fmla="*/ 1599467 h 5470974"/>
                <a:gd name="connsiteX7" fmla="*/ 1990091 w 2733397"/>
                <a:gd name="connsiteY7" fmla="*/ 2610849 h 5470974"/>
                <a:gd name="connsiteX8" fmla="*/ 1809982 w 2733397"/>
                <a:gd name="connsiteY8" fmla="*/ 3622231 h 5470974"/>
                <a:gd name="connsiteX9" fmla="*/ 2655109 w 2733397"/>
                <a:gd name="connsiteY9" fmla="*/ 4522776 h 5470974"/>
                <a:gd name="connsiteX10" fmla="*/ 2641254 w 2733397"/>
                <a:gd name="connsiteY10" fmla="*/ 5146231 h 5470974"/>
                <a:gd name="connsiteX11" fmla="*/ 2170200 w 2733397"/>
                <a:gd name="connsiteY11" fmla="*/ 5423322 h 5470974"/>
                <a:gd name="connsiteX12" fmla="*/ 729327 w 2733397"/>
                <a:gd name="connsiteY12" fmla="*/ 5395613 h 5470974"/>
                <a:gd name="connsiteX13" fmla="*/ 452236 w 2733397"/>
                <a:gd name="connsiteY13" fmla="*/ 4744449 h 5470974"/>
                <a:gd name="connsiteX0" fmla="*/ 452236 w 2662490"/>
                <a:gd name="connsiteY0" fmla="*/ 4744449 h 5470974"/>
                <a:gd name="connsiteX1" fmla="*/ 8891 w 2662490"/>
                <a:gd name="connsiteY1" fmla="*/ 2749394 h 5470974"/>
                <a:gd name="connsiteX2" fmla="*/ 175146 w 2662490"/>
                <a:gd name="connsiteY2" fmla="*/ 1211540 h 5470974"/>
                <a:gd name="connsiteX3" fmla="*/ 410673 w 2662490"/>
                <a:gd name="connsiteY3" fmla="*/ 394122 h 5470974"/>
                <a:gd name="connsiteX4" fmla="*/ 1186527 w 2662490"/>
                <a:gd name="connsiteY4" fmla="*/ 6194 h 5470974"/>
                <a:gd name="connsiteX5" fmla="*/ 2142491 w 2662490"/>
                <a:gd name="connsiteY5" fmla="*/ 269431 h 5470974"/>
                <a:gd name="connsiteX6" fmla="*/ 2447291 w 2662490"/>
                <a:gd name="connsiteY6" fmla="*/ 1599467 h 5470974"/>
                <a:gd name="connsiteX7" fmla="*/ 1990091 w 2662490"/>
                <a:gd name="connsiteY7" fmla="*/ 2610849 h 5470974"/>
                <a:gd name="connsiteX8" fmla="*/ 1809982 w 2662490"/>
                <a:gd name="connsiteY8" fmla="*/ 3622231 h 5470974"/>
                <a:gd name="connsiteX9" fmla="*/ 2502709 w 2662490"/>
                <a:gd name="connsiteY9" fmla="*/ 4508922 h 5470974"/>
                <a:gd name="connsiteX10" fmla="*/ 2641254 w 2662490"/>
                <a:gd name="connsiteY10" fmla="*/ 5146231 h 5470974"/>
                <a:gd name="connsiteX11" fmla="*/ 2170200 w 2662490"/>
                <a:gd name="connsiteY11" fmla="*/ 5423322 h 5470974"/>
                <a:gd name="connsiteX12" fmla="*/ 729327 w 2662490"/>
                <a:gd name="connsiteY12" fmla="*/ 5395613 h 5470974"/>
                <a:gd name="connsiteX13" fmla="*/ 452236 w 2662490"/>
                <a:gd name="connsiteY13" fmla="*/ 4744449 h 5470974"/>
                <a:gd name="connsiteX0" fmla="*/ 452236 w 2628430"/>
                <a:gd name="connsiteY0" fmla="*/ 4744449 h 5470974"/>
                <a:gd name="connsiteX1" fmla="*/ 8891 w 2628430"/>
                <a:gd name="connsiteY1" fmla="*/ 2749394 h 5470974"/>
                <a:gd name="connsiteX2" fmla="*/ 175146 w 2628430"/>
                <a:gd name="connsiteY2" fmla="*/ 1211540 h 5470974"/>
                <a:gd name="connsiteX3" fmla="*/ 410673 w 2628430"/>
                <a:gd name="connsiteY3" fmla="*/ 394122 h 5470974"/>
                <a:gd name="connsiteX4" fmla="*/ 1186527 w 2628430"/>
                <a:gd name="connsiteY4" fmla="*/ 6194 h 5470974"/>
                <a:gd name="connsiteX5" fmla="*/ 2142491 w 2628430"/>
                <a:gd name="connsiteY5" fmla="*/ 269431 h 5470974"/>
                <a:gd name="connsiteX6" fmla="*/ 2447291 w 2628430"/>
                <a:gd name="connsiteY6" fmla="*/ 1599467 h 5470974"/>
                <a:gd name="connsiteX7" fmla="*/ 1990091 w 2628430"/>
                <a:gd name="connsiteY7" fmla="*/ 2610849 h 5470974"/>
                <a:gd name="connsiteX8" fmla="*/ 1809982 w 2628430"/>
                <a:gd name="connsiteY8" fmla="*/ 3622231 h 5470974"/>
                <a:gd name="connsiteX9" fmla="*/ 2502709 w 2628430"/>
                <a:gd name="connsiteY9" fmla="*/ 4508922 h 5470974"/>
                <a:gd name="connsiteX10" fmla="*/ 2599690 w 2628430"/>
                <a:gd name="connsiteY10" fmla="*/ 5132377 h 5470974"/>
                <a:gd name="connsiteX11" fmla="*/ 2170200 w 2628430"/>
                <a:gd name="connsiteY11" fmla="*/ 5423322 h 5470974"/>
                <a:gd name="connsiteX12" fmla="*/ 729327 w 2628430"/>
                <a:gd name="connsiteY12" fmla="*/ 5395613 h 5470974"/>
                <a:gd name="connsiteX13" fmla="*/ 452236 w 2628430"/>
                <a:gd name="connsiteY13" fmla="*/ 4744449 h 5470974"/>
                <a:gd name="connsiteX0" fmla="*/ 452236 w 2628430"/>
                <a:gd name="connsiteY0" fmla="*/ 4744449 h 5464715"/>
                <a:gd name="connsiteX1" fmla="*/ 8891 w 2628430"/>
                <a:gd name="connsiteY1" fmla="*/ 2749394 h 5464715"/>
                <a:gd name="connsiteX2" fmla="*/ 175146 w 2628430"/>
                <a:gd name="connsiteY2" fmla="*/ 1211540 h 5464715"/>
                <a:gd name="connsiteX3" fmla="*/ 410673 w 2628430"/>
                <a:gd name="connsiteY3" fmla="*/ 394122 h 5464715"/>
                <a:gd name="connsiteX4" fmla="*/ 1186527 w 2628430"/>
                <a:gd name="connsiteY4" fmla="*/ 6194 h 5464715"/>
                <a:gd name="connsiteX5" fmla="*/ 2142491 w 2628430"/>
                <a:gd name="connsiteY5" fmla="*/ 269431 h 5464715"/>
                <a:gd name="connsiteX6" fmla="*/ 2447291 w 2628430"/>
                <a:gd name="connsiteY6" fmla="*/ 1599467 h 5464715"/>
                <a:gd name="connsiteX7" fmla="*/ 1990091 w 2628430"/>
                <a:gd name="connsiteY7" fmla="*/ 2610849 h 5464715"/>
                <a:gd name="connsiteX8" fmla="*/ 1809982 w 2628430"/>
                <a:gd name="connsiteY8" fmla="*/ 3622231 h 5464715"/>
                <a:gd name="connsiteX9" fmla="*/ 2502709 w 2628430"/>
                <a:gd name="connsiteY9" fmla="*/ 4508922 h 5464715"/>
                <a:gd name="connsiteX10" fmla="*/ 2599690 w 2628430"/>
                <a:gd name="connsiteY10" fmla="*/ 5132377 h 5464715"/>
                <a:gd name="connsiteX11" fmla="*/ 2170200 w 2628430"/>
                <a:gd name="connsiteY11" fmla="*/ 5423322 h 5464715"/>
                <a:gd name="connsiteX12" fmla="*/ 895581 w 2628430"/>
                <a:gd name="connsiteY12" fmla="*/ 5381759 h 5464715"/>
                <a:gd name="connsiteX13" fmla="*/ 452236 w 2628430"/>
                <a:gd name="connsiteY13" fmla="*/ 4744449 h 5464715"/>
                <a:gd name="connsiteX0" fmla="*/ 281453 w 2457647"/>
                <a:gd name="connsiteY0" fmla="*/ 4744449 h 5464715"/>
                <a:gd name="connsiteX1" fmla="*/ 101345 w 2457647"/>
                <a:gd name="connsiteY1" fmla="*/ 2790958 h 5464715"/>
                <a:gd name="connsiteX2" fmla="*/ 4363 w 2457647"/>
                <a:gd name="connsiteY2" fmla="*/ 1211540 h 5464715"/>
                <a:gd name="connsiteX3" fmla="*/ 239890 w 2457647"/>
                <a:gd name="connsiteY3" fmla="*/ 394122 h 5464715"/>
                <a:gd name="connsiteX4" fmla="*/ 1015744 w 2457647"/>
                <a:gd name="connsiteY4" fmla="*/ 6194 h 5464715"/>
                <a:gd name="connsiteX5" fmla="*/ 1971708 w 2457647"/>
                <a:gd name="connsiteY5" fmla="*/ 269431 h 5464715"/>
                <a:gd name="connsiteX6" fmla="*/ 2276508 w 2457647"/>
                <a:gd name="connsiteY6" fmla="*/ 1599467 h 5464715"/>
                <a:gd name="connsiteX7" fmla="*/ 1819308 w 2457647"/>
                <a:gd name="connsiteY7" fmla="*/ 2610849 h 5464715"/>
                <a:gd name="connsiteX8" fmla="*/ 1639199 w 2457647"/>
                <a:gd name="connsiteY8" fmla="*/ 3622231 h 5464715"/>
                <a:gd name="connsiteX9" fmla="*/ 2331926 w 2457647"/>
                <a:gd name="connsiteY9" fmla="*/ 4508922 h 5464715"/>
                <a:gd name="connsiteX10" fmla="*/ 2428907 w 2457647"/>
                <a:gd name="connsiteY10" fmla="*/ 5132377 h 5464715"/>
                <a:gd name="connsiteX11" fmla="*/ 1999417 w 2457647"/>
                <a:gd name="connsiteY11" fmla="*/ 5423322 h 5464715"/>
                <a:gd name="connsiteX12" fmla="*/ 724798 w 2457647"/>
                <a:gd name="connsiteY12" fmla="*/ 5381759 h 5464715"/>
                <a:gd name="connsiteX13" fmla="*/ 281453 w 2457647"/>
                <a:gd name="connsiteY13" fmla="*/ 4744449 h 5464715"/>
                <a:gd name="connsiteX0" fmla="*/ 182997 w 2359191"/>
                <a:gd name="connsiteY0" fmla="*/ 4744449 h 5464715"/>
                <a:gd name="connsiteX1" fmla="*/ 2889 w 2359191"/>
                <a:gd name="connsiteY1" fmla="*/ 2790958 h 5464715"/>
                <a:gd name="connsiteX2" fmla="*/ 141434 w 2359191"/>
                <a:gd name="connsiteY2" fmla="*/ 394122 h 5464715"/>
                <a:gd name="connsiteX3" fmla="*/ 917288 w 2359191"/>
                <a:gd name="connsiteY3" fmla="*/ 6194 h 5464715"/>
                <a:gd name="connsiteX4" fmla="*/ 1873252 w 2359191"/>
                <a:gd name="connsiteY4" fmla="*/ 269431 h 5464715"/>
                <a:gd name="connsiteX5" fmla="*/ 2178052 w 2359191"/>
                <a:gd name="connsiteY5" fmla="*/ 1599467 h 5464715"/>
                <a:gd name="connsiteX6" fmla="*/ 1720852 w 2359191"/>
                <a:gd name="connsiteY6" fmla="*/ 2610849 h 5464715"/>
                <a:gd name="connsiteX7" fmla="*/ 1540743 w 2359191"/>
                <a:gd name="connsiteY7" fmla="*/ 3622231 h 5464715"/>
                <a:gd name="connsiteX8" fmla="*/ 2233470 w 2359191"/>
                <a:gd name="connsiteY8" fmla="*/ 4508922 h 5464715"/>
                <a:gd name="connsiteX9" fmla="*/ 2330451 w 2359191"/>
                <a:gd name="connsiteY9" fmla="*/ 5132377 h 5464715"/>
                <a:gd name="connsiteX10" fmla="*/ 1900961 w 2359191"/>
                <a:gd name="connsiteY10" fmla="*/ 5423322 h 5464715"/>
                <a:gd name="connsiteX11" fmla="*/ 626342 w 2359191"/>
                <a:gd name="connsiteY11" fmla="*/ 5381759 h 5464715"/>
                <a:gd name="connsiteX12" fmla="*/ 182997 w 2359191"/>
                <a:gd name="connsiteY12" fmla="*/ 4744449 h 5464715"/>
                <a:gd name="connsiteX0" fmla="*/ 180222 w 2356416"/>
                <a:gd name="connsiteY0" fmla="*/ 4782093 h 5502359"/>
                <a:gd name="connsiteX1" fmla="*/ 114 w 2356416"/>
                <a:gd name="connsiteY1" fmla="*/ 2828602 h 5502359"/>
                <a:gd name="connsiteX2" fmla="*/ 201419 w 2356416"/>
                <a:gd name="connsiteY2" fmla="*/ 982913 h 5502359"/>
                <a:gd name="connsiteX3" fmla="*/ 914513 w 2356416"/>
                <a:gd name="connsiteY3" fmla="*/ 43838 h 5502359"/>
                <a:gd name="connsiteX4" fmla="*/ 1870477 w 2356416"/>
                <a:gd name="connsiteY4" fmla="*/ 307075 h 5502359"/>
                <a:gd name="connsiteX5" fmla="*/ 2175277 w 2356416"/>
                <a:gd name="connsiteY5" fmla="*/ 1637111 h 5502359"/>
                <a:gd name="connsiteX6" fmla="*/ 1718077 w 2356416"/>
                <a:gd name="connsiteY6" fmla="*/ 2648493 h 5502359"/>
                <a:gd name="connsiteX7" fmla="*/ 1537968 w 2356416"/>
                <a:gd name="connsiteY7" fmla="*/ 3659875 h 5502359"/>
                <a:gd name="connsiteX8" fmla="*/ 2230695 w 2356416"/>
                <a:gd name="connsiteY8" fmla="*/ 4546566 h 5502359"/>
                <a:gd name="connsiteX9" fmla="*/ 2327676 w 2356416"/>
                <a:gd name="connsiteY9" fmla="*/ 5170021 h 5502359"/>
                <a:gd name="connsiteX10" fmla="*/ 1898186 w 2356416"/>
                <a:gd name="connsiteY10" fmla="*/ 5460966 h 5502359"/>
                <a:gd name="connsiteX11" fmla="*/ 623567 w 2356416"/>
                <a:gd name="connsiteY11" fmla="*/ 5419403 h 5502359"/>
                <a:gd name="connsiteX12" fmla="*/ 180222 w 2356416"/>
                <a:gd name="connsiteY12" fmla="*/ 4782093 h 5502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56416" h="5502359">
                  <a:moveTo>
                    <a:pt x="180222" y="4782093"/>
                  </a:moveTo>
                  <a:cubicBezTo>
                    <a:pt x="76313" y="4350293"/>
                    <a:pt x="-3419" y="3461799"/>
                    <a:pt x="114" y="2828602"/>
                  </a:cubicBezTo>
                  <a:cubicBezTo>
                    <a:pt x="3647" y="2195405"/>
                    <a:pt x="49019" y="1447040"/>
                    <a:pt x="201419" y="982913"/>
                  </a:cubicBezTo>
                  <a:cubicBezTo>
                    <a:pt x="353819" y="518786"/>
                    <a:pt x="636337" y="156478"/>
                    <a:pt x="914513" y="43838"/>
                  </a:cubicBezTo>
                  <a:cubicBezTo>
                    <a:pt x="1192689" y="-68802"/>
                    <a:pt x="1660350" y="41530"/>
                    <a:pt x="1870477" y="307075"/>
                  </a:cubicBezTo>
                  <a:cubicBezTo>
                    <a:pt x="2080604" y="572620"/>
                    <a:pt x="2200677" y="1246875"/>
                    <a:pt x="2175277" y="1637111"/>
                  </a:cubicBezTo>
                  <a:cubicBezTo>
                    <a:pt x="2149877" y="2027347"/>
                    <a:pt x="1824295" y="2311366"/>
                    <a:pt x="1718077" y="2648493"/>
                  </a:cubicBezTo>
                  <a:cubicBezTo>
                    <a:pt x="1611859" y="2985620"/>
                    <a:pt x="1452532" y="3343530"/>
                    <a:pt x="1537968" y="3659875"/>
                  </a:cubicBezTo>
                  <a:cubicBezTo>
                    <a:pt x="1623404" y="3976221"/>
                    <a:pt x="2099077" y="4294875"/>
                    <a:pt x="2230695" y="4546566"/>
                  </a:cubicBezTo>
                  <a:cubicBezTo>
                    <a:pt x="2362313" y="4798257"/>
                    <a:pt x="2383094" y="5017621"/>
                    <a:pt x="2327676" y="5170021"/>
                  </a:cubicBezTo>
                  <a:cubicBezTo>
                    <a:pt x="2272258" y="5322421"/>
                    <a:pt x="2258404" y="5403239"/>
                    <a:pt x="1898186" y="5460966"/>
                  </a:cubicBezTo>
                  <a:cubicBezTo>
                    <a:pt x="1537968" y="5518693"/>
                    <a:pt x="907585" y="5525621"/>
                    <a:pt x="623567" y="5419403"/>
                  </a:cubicBezTo>
                  <a:cubicBezTo>
                    <a:pt x="339549" y="5313185"/>
                    <a:pt x="284131" y="5213893"/>
                    <a:pt x="180222" y="47820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17DC36B9-27EF-6C6C-B3E2-BA6B8396FEE0}"/>
                </a:ext>
              </a:extLst>
            </p:cNvPr>
            <p:cNvSpPr/>
            <p:nvPr/>
          </p:nvSpPr>
          <p:spPr>
            <a:xfrm rot="10800000">
              <a:off x="8747807" y="1008139"/>
              <a:ext cx="609600" cy="89356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59FA6578-CDFF-DBAD-DE11-08C9A4FE5FE0}"/>
                </a:ext>
              </a:extLst>
            </p:cNvPr>
            <p:cNvSpPr/>
            <p:nvPr/>
          </p:nvSpPr>
          <p:spPr>
            <a:xfrm rot="10800000">
              <a:off x="9519274" y="1213747"/>
              <a:ext cx="274361" cy="5486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4E401592-C01A-3603-0D05-DE74AEE1B06C}"/>
                </a:ext>
              </a:extLst>
            </p:cNvPr>
            <p:cNvSpPr/>
            <p:nvPr/>
          </p:nvSpPr>
          <p:spPr>
            <a:xfrm rot="10800000">
              <a:off x="9854512" y="1305187"/>
              <a:ext cx="274361" cy="5486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E670C5AE-6F50-DBCE-E6F5-23FA4C12705F}"/>
                </a:ext>
              </a:extLst>
            </p:cNvPr>
            <p:cNvSpPr/>
            <p:nvPr/>
          </p:nvSpPr>
          <p:spPr>
            <a:xfrm rot="10800000">
              <a:off x="10205073" y="1416688"/>
              <a:ext cx="274361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76671087-5B63-0CD8-8662-41E9CB98E353}"/>
                </a:ext>
              </a:extLst>
            </p:cNvPr>
            <p:cNvSpPr/>
            <p:nvPr/>
          </p:nvSpPr>
          <p:spPr>
            <a:xfrm rot="10800000">
              <a:off x="10540311" y="1670947"/>
              <a:ext cx="274361" cy="365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9F204306-4452-B55A-2232-01FB3FF2E29A}"/>
              </a:ext>
            </a:extLst>
          </p:cNvPr>
          <p:cNvGrpSpPr>
            <a:grpSpLocks noChangeAspect="1"/>
          </p:cNvGrpSpPr>
          <p:nvPr/>
        </p:nvGrpSpPr>
        <p:grpSpPr>
          <a:xfrm rot="10800000">
            <a:off x="5781917" y="1227452"/>
            <a:ext cx="161682" cy="180000"/>
            <a:chOff x="1545270" y="1893404"/>
            <a:chExt cx="4411588" cy="4911403"/>
          </a:xfrm>
        </p:grpSpPr>
        <p:sp>
          <p:nvSpPr>
            <p:cNvPr id="94" name="Freeform 4">
              <a:extLst>
                <a:ext uri="{FF2B5EF4-FFF2-40B4-BE49-F238E27FC236}">
                  <a16:creationId xmlns:a16="http://schemas.microsoft.com/office/drawing/2014/main" id="{03A8D078-55AF-A942-543C-9659D5178735}"/>
                </a:ext>
              </a:extLst>
            </p:cNvPr>
            <p:cNvSpPr/>
            <p:nvPr/>
          </p:nvSpPr>
          <p:spPr>
            <a:xfrm rot="10984993">
              <a:off x="3810812" y="2881509"/>
              <a:ext cx="2140994" cy="3912960"/>
            </a:xfrm>
            <a:custGeom>
              <a:avLst/>
              <a:gdLst>
                <a:gd name="connsiteX0" fmla="*/ 452236 w 2914469"/>
                <a:gd name="connsiteY0" fmla="*/ 4744449 h 5470974"/>
                <a:gd name="connsiteX1" fmla="*/ 8891 w 2914469"/>
                <a:gd name="connsiteY1" fmla="*/ 2749394 h 5470974"/>
                <a:gd name="connsiteX2" fmla="*/ 175146 w 2914469"/>
                <a:gd name="connsiteY2" fmla="*/ 1211540 h 5470974"/>
                <a:gd name="connsiteX3" fmla="*/ 410673 w 2914469"/>
                <a:gd name="connsiteY3" fmla="*/ 394122 h 5470974"/>
                <a:gd name="connsiteX4" fmla="*/ 1186527 w 2914469"/>
                <a:gd name="connsiteY4" fmla="*/ 6194 h 5470974"/>
                <a:gd name="connsiteX5" fmla="*/ 2142491 w 2914469"/>
                <a:gd name="connsiteY5" fmla="*/ 269431 h 5470974"/>
                <a:gd name="connsiteX6" fmla="*/ 2447291 w 2914469"/>
                <a:gd name="connsiteY6" fmla="*/ 1599467 h 5470974"/>
                <a:gd name="connsiteX7" fmla="*/ 1990091 w 2914469"/>
                <a:gd name="connsiteY7" fmla="*/ 2610849 h 5470974"/>
                <a:gd name="connsiteX8" fmla="*/ 1809982 w 2914469"/>
                <a:gd name="connsiteY8" fmla="*/ 3622231 h 5470974"/>
                <a:gd name="connsiteX9" fmla="*/ 2655109 w 2914469"/>
                <a:gd name="connsiteY9" fmla="*/ 4522776 h 5470974"/>
                <a:gd name="connsiteX10" fmla="*/ 2890636 w 2914469"/>
                <a:gd name="connsiteY10" fmla="*/ 5049249 h 5470974"/>
                <a:gd name="connsiteX11" fmla="*/ 2170200 w 2914469"/>
                <a:gd name="connsiteY11" fmla="*/ 5423322 h 5470974"/>
                <a:gd name="connsiteX12" fmla="*/ 729327 w 2914469"/>
                <a:gd name="connsiteY12" fmla="*/ 5395613 h 5470974"/>
                <a:gd name="connsiteX13" fmla="*/ 452236 w 2914469"/>
                <a:gd name="connsiteY13" fmla="*/ 4744449 h 5470974"/>
                <a:gd name="connsiteX0" fmla="*/ 452236 w 2733397"/>
                <a:gd name="connsiteY0" fmla="*/ 4744449 h 5470974"/>
                <a:gd name="connsiteX1" fmla="*/ 8891 w 2733397"/>
                <a:gd name="connsiteY1" fmla="*/ 2749394 h 5470974"/>
                <a:gd name="connsiteX2" fmla="*/ 175146 w 2733397"/>
                <a:gd name="connsiteY2" fmla="*/ 1211540 h 5470974"/>
                <a:gd name="connsiteX3" fmla="*/ 410673 w 2733397"/>
                <a:gd name="connsiteY3" fmla="*/ 394122 h 5470974"/>
                <a:gd name="connsiteX4" fmla="*/ 1186527 w 2733397"/>
                <a:gd name="connsiteY4" fmla="*/ 6194 h 5470974"/>
                <a:gd name="connsiteX5" fmla="*/ 2142491 w 2733397"/>
                <a:gd name="connsiteY5" fmla="*/ 269431 h 5470974"/>
                <a:gd name="connsiteX6" fmla="*/ 2447291 w 2733397"/>
                <a:gd name="connsiteY6" fmla="*/ 1599467 h 5470974"/>
                <a:gd name="connsiteX7" fmla="*/ 1990091 w 2733397"/>
                <a:gd name="connsiteY7" fmla="*/ 2610849 h 5470974"/>
                <a:gd name="connsiteX8" fmla="*/ 1809982 w 2733397"/>
                <a:gd name="connsiteY8" fmla="*/ 3622231 h 5470974"/>
                <a:gd name="connsiteX9" fmla="*/ 2655109 w 2733397"/>
                <a:gd name="connsiteY9" fmla="*/ 4522776 h 5470974"/>
                <a:gd name="connsiteX10" fmla="*/ 2641254 w 2733397"/>
                <a:gd name="connsiteY10" fmla="*/ 5146231 h 5470974"/>
                <a:gd name="connsiteX11" fmla="*/ 2170200 w 2733397"/>
                <a:gd name="connsiteY11" fmla="*/ 5423322 h 5470974"/>
                <a:gd name="connsiteX12" fmla="*/ 729327 w 2733397"/>
                <a:gd name="connsiteY12" fmla="*/ 5395613 h 5470974"/>
                <a:gd name="connsiteX13" fmla="*/ 452236 w 2733397"/>
                <a:gd name="connsiteY13" fmla="*/ 4744449 h 5470974"/>
                <a:gd name="connsiteX0" fmla="*/ 452236 w 2662490"/>
                <a:gd name="connsiteY0" fmla="*/ 4744449 h 5470974"/>
                <a:gd name="connsiteX1" fmla="*/ 8891 w 2662490"/>
                <a:gd name="connsiteY1" fmla="*/ 2749394 h 5470974"/>
                <a:gd name="connsiteX2" fmla="*/ 175146 w 2662490"/>
                <a:gd name="connsiteY2" fmla="*/ 1211540 h 5470974"/>
                <a:gd name="connsiteX3" fmla="*/ 410673 w 2662490"/>
                <a:gd name="connsiteY3" fmla="*/ 394122 h 5470974"/>
                <a:gd name="connsiteX4" fmla="*/ 1186527 w 2662490"/>
                <a:gd name="connsiteY4" fmla="*/ 6194 h 5470974"/>
                <a:gd name="connsiteX5" fmla="*/ 2142491 w 2662490"/>
                <a:gd name="connsiteY5" fmla="*/ 269431 h 5470974"/>
                <a:gd name="connsiteX6" fmla="*/ 2447291 w 2662490"/>
                <a:gd name="connsiteY6" fmla="*/ 1599467 h 5470974"/>
                <a:gd name="connsiteX7" fmla="*/ 1990091 w 2662490"/>
                <a:gd name="connsiteY7" fmla="*/ 2610849 h 5470974"/>
                <a:gd name="connsiteX8" fmla="*/ 1809982 w 2662490"/>
                <a:gd name="connsiteY8" fmla="*/ 3622231 h 5470974"/>
                <a:gd name="connsiteX9" fmla="*/ 2502709 w 2662490"/>
                <a:gd name="connsiteY9" fmla="*/ 4508922 h 5470974"/>
                <a:gd name="connsiteX10" fmla="*/ 2641254 w 2662490"/>
                <a:gd name="connsiteY10" fmla="*/ 5146231 h 5470974"/>
                <a:gd name="connsiteX11" fmla="*/ 2170200 w 2662490"/>
                <a:gd name="connsiteY11" fmla="*/ 5423322 h 5470974"/>
                <a:gd name="connsiteX12" fmla="*/ 729327 w 2662490"/>
                <a:gd name="connsiteY12" fmla="*/ 5395613 h 5470974"/>
                <a:gd name="connsiteX13" fmla="*/ 452236 w 2662490"/>
                <a:gd name="connsiteY13" fmla="*/ 4744449 h 5470974"/>
                <a:gd name="connsiteX0" fmla="*/ 452236 w 2628430"/>
                <a:gd name="connsiteY0" fmla="*/ 4744449 h 5470974"/>
                <a:gd name="connsiteX1" fmla="*/ 8891 w 2628430"/>
                <a:gd name="connsiteY1" fmla="*/ 2749394 h 5470974"/>
                <a:gd name="connsiteX2" fmla="*/ 175146 w 2628430"/>
                <a:gd name="connsiteY2" fmla="*/ 1211540 h 5470974"/>
                <a:gd name="connsiteX3" fmla="*/ 410673 w 2628430"/>
                <a:gd name="connsiteY3" fmla="*/ 394122 h 5470974"/>
                <a:gd name="connsiteX4" fmla="*/ 1186527 w 2628430"/>
                <a:gd name="connsiteY4" fmla="*/ 6194 h 5470974"/>
                <a:gd name="connsiteX5" fmla="*/ 2142491 w 2628430"/>
                <a:gd name="connsiteY5" fmla="*/ 269431 h 5470974"/>
                <a:gd name="connsiteX6" fmla="*/ 2447291 w 2628430"/>
                <a:gd name="connsiteY6" fmla="*/ 1599467 h 5470974"/>
                <a:gd name="connsiteX7" fmla="*/ 1990091 w 2628430"/>
                <a:gd name="connsiteY7" fmla="*/ 2610849 h 5470974"/>
                <a:gd name="connsiteX8" fmla="*/ 1809982 w 2628430"/>
                <a:gd name="connsiteY8" fmla="*/ 3622231 h 5470974"/>
                <a:gd name="connsiteX9" fmla="*/ 2502709 w 2628430"/>
                <a:gd name="connsiteY9" fmla="*/ 4508922 h 5470974"/>
                <a:gd name="connsiteX10" fmla="*/ 2599690 w 2628430"/>
                <a:gd name="connsiteY10" fmla="*/ 5132377 h 5470974"/>
                <a:gd name="connsiteX11" fmla="*/ 2170200 w 2628430"/>
                <a:gd name="connsiteY11" fmla="*/ 5423322 h 5470974"/>
                <a:gd name="connsiteX12" fmla="*/ 729327 w 2628430"/>
                <a:gd name="connsiteY12" fmla="*/ 5395613 h 5470974"/>
                <a:gd name="connsiteX13" fmla="*/ 452236 w 2628430"/>
                <a:gd name="connsiteY13" fmla="*/ 4744449 h 5470974"/>
                <a:gd name="connsiteX0" fmla="*/ 452236 w 2628430"/>
                <a:gd name="connsiteY0" fmla="*/ 4744449 h 5464715"/>
                <a:gd name="connsiteX1" fmla="*/ 8891 w 2628430"/>
                <a:gd name="connsiteY1" fmla="*/ 2749394 h 5464715"/>
                <a:gd name="connsiteX2" fmla="*/ 175146 w 2628430"/>
                <a:gd name="connsiteY2" fmla="*/ 1211540 h 5464715"/>
                <a:gd name="connsiteX3" fmla="*/ 410673 w 2628430"/>
                <a:gd name="connsiteY3" fmla="*/ 394122 h 5464715"/>
                <a:gd name="connsiteX4" fmla="*/ 1186527 w 2628430"/>
                <a:gd name="connsiteY4" fmla="*/ 6194 h 5464715"/>
                <a:gd name="connsiteX5" fmla="*/ 2142491 w 2628430"/>
                <a:gd name="connsiteY5" fmla="*/ 269431 h 5464715"/>
                <a:gd name="connsiteX6" fmla="*/ 2447291 w 2628430"/>
                <a:gd name="connsiteY6" fmla="*/ 1599467 h 5464715"/>
                <a:gd name="connsiteX7" fmla="*/ 1990091 w 2628430"/>
                <a:gd name="connsiteY7" fmla="*/ 2610849 h 5464715"/>
                <a:gd name="connsiteX8" fmla="*/ 1809982 w 2628430"/>
                <a:gd name="connsiteY8" fmla="*/ 3622231 h 5464715"/>
                <a:gd name="connsiteX9" fmla="*/ 2502709 w 2628430"/>
                <a:gd name="connsiteY9" fmla="*/ 4508922 h 5464715"/>
                <a:gd name="connsiteX10" fmla="*/ 2599690 w 2628430"/>
                <a:gd name="connsiteY10" fmla="*/ 5132377 h 5464715"/>
                <a:gd name="connsiteX11" fmla="*/ 2170200 w 2628430"/>
                <a:gd name="connsiteY11" fmla="*/ 5423322 h 5464715"/>
                <a:gd name="connsiteX12" fmla="*/ 895581 w 2628430"/>
                <a:gd name="connsiteY12" fmla="*/ 5381759 h 5464715"/>
                <a:gd name="connsiteX13" fmla="*/ 452236 w 2628430"/>
                <a:gd name="connsiteY13" fmla="*/ 4744449 h 5464715"/>
                <a:gd name="connsiteX0" fmla="*/ 281453 w 2457647"/>
                <a:gd name="connsiteY0" fmla="*/ 4744449 h 5464715"/>
                <a:gd name="connsiteX1" fmla="*/ 101345 w 2457647"/>
                <a:gd name="connsiteY1" fmla="*/ 2790958 h 5464715"/>
                <a:gd name="connsiteX2" fmla="*/ 4363 w 2457647"/>
                <a:gd name="connsiteY2" fmla="*/ 1211540 h 5464715"/>
                <a:gd name="connsiteX3" fmla="*/ 239890 w 2457647"/>
                <a:gd name="connsiteY3" fmla="*/ 394122 h 5464715"/>
                <a:gd name="connsiteX4" fmla="*/ 1015744 w 2457647"/>
                <a:gd name="connsiteY4" fmla="*/ 6194 h 5464715"/>
                <a:gd name="connsiteX5" fmla="*/ 1971708 w 2457647"/>
                <a:gd name="connsiteY5" fmla="*/ 269431 h 5464715"/>
                <a:gd name="connsiteX6" fmla="*/ 2276508 w 2457647"/>
                <a:gd name="connsiteY6" fmla="*/ 1599467 h 5464715"/>
                <a:gd name="connsiteX7" fmla="*/ 1819308 w 2457647"/>
                <a:gd name="connsiteY7" fmla="*/ 2610849 h 5464715"/>
                <a:gd name="connsiteX8" fmla="*/ 1639199 w 2457647"/>
                <a:gd name="connsiteY8" fmla="*/ 3622231 h 5464715"/>
                <a:gd name="connsiteX9" fmla="*/ 2331926 w 2457647"/>
                <a:gd name="connsiteY9" fmla="*/ 4508922 h 5464715"/>
                <a:gd name="connsiteX10" fmla="*/ 2428907 w 2457647"/>
                <a:gd name="connsiteY10" fmla="*/ 5132377 h 5464715"/>
                <a:gd name="connsiteX11" fmla="*/ 1999417 w 2457647"/>
                <a:gd name="connsiteY11" fmla="*/ 5423322 h 5464715"/>
                <a:gd name="connsiteX12" fmla="*/ 724798 w 2457647"/>
                <a:gd name="connsiteY12" fmla="*/ 5381759 h 5464715"/>
                <a:gd name="connsiteX13" fmla="*/ 281453 w 2457647"/>
                <a:gd name="connsiteY13" fmla="*/ 4744449 h 5464715"/>
                <a:gd name="connsiteX0" fmla="*/ 182997 w 2359191"/>
                <a:gd name="connsiteY0" fmla="*/ 4744449 h 5464715"/>
                <a:gd name="connsiteX1" fmla="*/ 2889 w 2359191"/>
                <a:gd name="connsiteY1" fmla="*/ 2790958 h 5464715"/>
                <a:gd name="connsiteX2" fmla="*/ 141434 w 2359191"/>
                <a:gd name="connsiteY2" fmla="*/ 394122 h 5464715"/>
                <a:gd name="connsiteX3" fmla="*/ 917288 w 2359191"/>
                <a:gd name="connsiteY3" fmla="*/ 6194 h 5464715"/>
                <a:gd name="connsiteX4" fmla="*/ 1873252 w 2359191"/>
                <a:gd name="connsiteY4" fmla="*/ 269431 h 5464715"/>
                <a:gd name="connsiteX5" fmla="*/ 2178052 w 2359191"/>
                <a:gd name="connsiteY5" fmla="*/ 1599467 h 5464715"/>
                <a:gd name="connsiteX6" fmla="*/ 1720852 w 2359191"/>
                <a:gd name="connsiteY6" fmla="*/ 2610849 h 5464715"/>
                <a:gd name="connsiteX7" fmla="*/ 1540743 w 2359191"/>
                <a:gd name="connsiteY7" fmla="*/ 3622231 h 5464715"/>
                <a:gd name="connsiteX8" fmla="*/ 2233470 w 2359191"/>
                <a:gd name="connsiteY8" fmla="*/ 4508922 h 5464715"/>
                <a:gd name="connsiteX9" fmla="*/ 2330451 w 2359191"/>
                <a:gd name="connsiteY9" fmla="*/ 5132377 h 5464715"/>
                <a:gd name="connsiteX10" fmla="*/ 1900961 w 2359191"/>
                <a:gd name="connsiteY10" fmla="*/ 5423322 h 5464715"/>
                <a:gd name="connsiteX11" fmla="*/ 626342 w 2359191"/>
                <a:gd name="connsiteY11" fmla="*/ 5381759 h 5464715"/>
                <a:gd name="connsiteX12" fmla="*/ 182997 w 2359191"/>
                <a:gd name="connsiteY12" fmla="*/ 4744449 h 5464715"/>
                <a:gd name="connsiteX0" fmla="*/ 180222 w 2356416"/>
                <a:gd name="connsiteY0" fmla="*/ 4782093 h 5502359"/>
                <a:gd name="connsiteX1" fmla="*/ 114 w 2356416"/>
                <a:gd name="connsiteY1" fmla="*/ 2828602 h 5502359"/>
                <a:gd name="connsiteX2" fmla="*/ 201419 w 2356416"/>
                <a:gd name="connsiteY2" fmla="*/ 982913 h 5502359"/>
                <a:gd name="connsiteX3" fmla="*/ 914513 w 2356416"/>
                <a:gd name="connsiteY3" fmla="*/ 43838 h 5502359"/>
                <a:gd name="connsiteX4" fmla="*/ 1870477 w 2356416"/>
                <a:gd name="connsiteY4" fmla="*/ 307075 h 5502359"/>
                <a:gd name="connsiteX5" fmla="*/ 2175277 w 2356416"/>
                <a:gd name="connsiteY5" fmla="*/ 1637111 h 5502359"/>
                <a:gd name="connsiteX6" fmla="*/ 1718077 w 2356416"/>
                <a:gd name="connsiteY6" fmla="*/ 2648493 h 5502359"/>
                <a:gd name="connsiteX7" fmla="*/ 1537968 w 2356416"/>
                <a:gd name="connsiteY7" fmla="*/ 3659875 h 5502359"/>
                <a:gd name="connsiteX8" fmla="*/ 2230695 w 2356416"/>
                <a:gd name="connsiteY8" fmla="*/ 4546566 h 5502359"/>
                <a:gd name="connsiteX9" fmla="*/ 2327676 w 2356416"/>
                <a:gd name="connsiteY9" fmla="*/ 5170021 h 5502359"/>
                <a:gd name="connsiteX10" fmla="*/ 1898186 w 2356416"/>
                <a:gd name="connsiteY10" fmla="*/ 5460966 h 5502359"/>
                <a:gd name="connsiteX11" fmla="*/ 623567 w 2356416"/>
                <a:gd name="connsiteY11" fmla="*/ 5419403 h 5502359"/>
                <a:gd name="connsiteX12" fmla="*/ 180222 w 2356416"/>
                <a:gd name="connsiteY12" fmla="*/ 4782093 h 5502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56416" h="5502359">
                  <a:moveTo>
                    <a:pt x="180222" y="4782093"/>
                  </a:moveTo>
                  <a:cubicBezTo>
                    <a:pt x="76313" y="4350293"/>
                    <a:pt x="-3419" y="3461799"/>
                    <a:pt x="114" y="2828602"/>
                  </a:cubicBezTo>
                  <a:cubicBezTo>
                    <a:pt x="3647" y="2195405"/>
                    <a:pt x="49019" y="1447040"/>
                    <a:pt x="201419" y="982913"/>
                  </a:cubicBezTo>
                  <a:cubicBezTo>
                    <a:pt x="353819" y="518786"/>
                    <a:pt x="636337" y="156478"/>
                    <a:pt x="914513" y="43838"/>
                  </a:cubicBezTo>
                  <a:cubicBezTo>
                    <a:pt x="1192689" y="-68802"/>
                    <a:pt x="1660350" y="41530"/>
                    <a:pt x="1870477" y="307075"/>
                  </a:cubicBezTo>
                  <a:cubicBezTo>
                    <a:pt x="2080604" y="572620"/>
                    <a:pt x="2200677" y="1246875"/>
                    <a:pt x="2175277" y="1637111"/>
                  </a:cubicBezTo>
                  <a:cubicBezTo>
                    <a:pt x="2149877" y="2027347"/>
                    <a:pt x="1824295" y="2311366"/>
                    <a:pt x="1718077" y="2648493"/>
                  </a:cubicBezTo>
                  <a:cubicBezTo>
                    <a:pt x="1611859" y="2985620"/>
                    <a:pt x="1452532" y="3343530"/>
                    <a:pt x="1537968" y="3659875"/>
                  </a:cubicBezTo>
                  <a:cubicBezTo>
                    <a:pt x="1623404" y="3976221"/>
                    <a:pt x="2099077" y="4294875"/>
                    <a:pt x="2230695" y="4546566"/>
                  </a:cubicBezTo>
                  <a:cubicBezTo>
                    <a:pt x="2362313" y="4798257"/>
                    <a:pt x="2383094" y="5017621"/>
                    <a:pt x="2327676" y="5170021"/>
                  </a:cubicBezTo>
                  <a:cubicBezTo>
                    <a:pt x="2272258" y="5322421"/>
                    <a:pt x="2258404" y="5403239"/>
                    <a:pt x="1898186" y="5460966"/>
                  </a:cubicBezTo>
                  <a:cubicBezTo>
                    <a:pt x="1537968" y="5518693"/>
                    <a:pt x="907585" y="5525621"/>
                    <a:pt x="623567" y="5419403"/>
                  </a:cubicBezTo>
                  <a:cubicBezTo>
                    <a:pt x="339549" y="5313185"/>
                    <a:pt x="284131" y="5213893"/>
                    <a:pt x="180222" y="47820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Freeform 5">
              <a:extLst>
                <a:ext uri="{FF2B5EF4-FFF2-40B4-BE49-F238E27FC236}">
                  <a16:creationId xmlns:a16="http://schemas.microsoft.com/office/drawing/2014/main" id="{21E8B4B2-EB11-1E6B-5EA0-995F1BC4043F}"/>
                </a:ext>
              </a:extLst>
            </p:cNvPr>
            <p:cNvSpPr/>
            <p:nvPr/>
          </p:nvSpPr>
          <p:spPr>
            <a:xfrm rot="10626065" flipH="1">
              <a:off x="1545270" y="2881673"/>
              <a:ext cx="2141772" cy="3923134"/>
            </a:xfrm>
            <a:custGeom>
              <a:avLst/>
              <a:gdLst>
                <a:gd name="connsiteX0" fmla="*/ 452236 w 2914469"/>
                <a:gd name="connsiteY0" fmla="*/ 4744449 h 5470974"/>
                <a:gd name="connsiteX1" fmla="*/ 8891 w 2914469"/>
                <a:gd name="connsiteY1" fmla="*/ 2749394 h 5470974"/>
                <a:gd name="connsiteX2" fmla="*/ 175146 w 2914469"/>
                <a:gd name="connsiteY2" fmla="*/ 1211540 h 5470974"/>
                <a:gd name="connsiteX3" fmla="*/ 410673 w 2914469"/>
                <a:gd name="connsiteY3" fmla="*/ 394122 h 5470974"/>
                <a:gd name="connsiteX4" fmla="*/ 1186527 w 2914469"/>
                <a:gd name="connsiteY4" fmla="*/ 6194 h 5470974"/>
                <a:gd name="connsiteX5" fmla="*/ 2142491 w 2914469"/>
                <a:gd name="connsiteY5" fmla="*/ 269431 h 5470974"/>
                <a:gd name="connsiteX6" fmla="*/ 2447291 w 2914469"/>
                <a:gd name="connsiteY6" fmla="*/ 1599467 h 5470974"/>
                <a:gd name="connsiteX7" fmla="*/ 1990091 w 2914469"/>
                <a:gd name="connsiteY7" fmla="*/ 2610849 h 5470974"/>
                <a:gd name="connsiteX8" fmla="*/ 1809982 w 2914469"/>
                <a:gd name="connsiteY8" fmla="*/ 3622231 h 5470974"/>
                <a:gd name="connsiteX9" fmla="*/ 2655109 w 2914469"/>
                <a:gd name="connsiteY9" fmla="*/ 4522776 h 5470974"/>
                <a:gd name="connsiteX10" fmla="*/ 2890636 w 2914469"/>
                <a:gd name="connsiteY10" fmla="*/ 5049249 h 5470974"/>
                <a:gd name="connsiteX11" fmla="*/ 2170200 w 2914469"/>
                <a:gd name="connsiteY11" fmla="*/ 5423322 h 5470974"/>
                <a:gd name="connsiteX12" fmla="*/ 729327 w 2914469"/>
                <a:gd name="connsiteY12" fmla="*/ 5395613 h 5470974"/>
                <a:gd name="connsiteX13" fmla="*/ 452236 w 2914469"/>
                <a:gd name="connsiteY13" fmla="*/ 4744449 h 5470974"/>
                <a:gd name="connsiteX0" fmla="*/ 452236 w 2733397"/>
                <a:gd name="connsiteY0" fmla="*/ 4744449 h 5470974"/>
                <a:gd name="connsiteX1" fmla="*/ 8891 w 2733397"/>
                <a:gd name="connsiteY1" fmla="*/ 2749394 h 5470974"/>
                <a:gd name="connsiteX2" fmla="*/ 175146 w 2733397"/>
                <a:gd name="connsiteY2" fmla="*/ 1211540 h 5470974"/>
                <a:gd name="connsiteX3" fmla="*/ 410673 w 2733397"/>
                <a:gd name="connsiteY3" fmla="*/ 394122 h 5470974"/>
                <a:gd name="connsiteX4" fmla="*/ 1186527 w 2733397"/>
                <a:gd name="connsiteY4" fmla="*/ 6194 h 5470974"/>
                <a:gd name="connsiteX5" fmla="*/ 2142491 w 2733397"/>
                <a:gd name="connsiteY5" fmla="*/ 269431 h 5470974"/>
                <a:gd name="connsiteX6" fmla="*/ 2447291 w 2733397"/>
                <a:gd name="connsiteY6" fmla="*/ 1599467 h 5470974"/>
                <a:gd name="connsiteX7" fmla="*/ 1990091 w 2733397"/>
                <a:gd name="connsiteY7" fmla="*/ 2610849 h 5470974"/>
                <a:gd name="connsiteX8" fmla="*/ 1809982 w 2733397"/>
                <a:gd name="connsiteY8" fmla="*/ 3622231 h 5470974"/>
                <a:gd name="connsiteX9" fmla="*/ 2655109 w 2733397"/>
                <a:gd name="connsiteY9" fmla="*/ 4522776 h 5470974"/>
                <a:gd name="connsiteX10" fmla="*/ 2641254 w 2733397"/>
                <a:gd name="connsiteY10" fmla="*/ 5146231 h 5470974"/>
                <a:gd name="connsiteX11" fmla="*/ 2170200 w 2733397"/>
                <a:gd name="connsiteY11" fmla="*/ 5423322 h 5470974"/>
                <a:gd name="connsiteX12" fmla="*/ 729327 w 2733397"/>
                <a:gd name="connsiteY12" fmla="*/ 5395613 h 5470974"/>
                <a:gd name="connsiteX13" fmla="*/ 452236 w 2733397"/>
                <a:gd name="connsiteY13" fmla="*/ 4744449 h 5470974"/>
                <a:gd name="connsiteX0" fmla="*/ 452236 w 2662490"/>
                <a:gd name="connsiteY0" fmla="*/ 4744449 h 5470974"/>
                <a:gd name="connsiteX1" fmla="*/ 8891 w 2662490"/>
                <a:gd name="connsiteY1" fmla="*/ 2749394 h 5470974"/>
                <a:gd name="connsiteX2" fmla="*/ 175146 w 2662490"/>
                <a:gd name="connsiteY2" fmla="*/ 1211540 h 5470974"/>
                <a:gd name="connsiteX3" fmla="*/ 410673 w 2662490"/>
                <a:gd name="connsiteY3" fmla="*/ 394122 h 5470974"/>
                <a:gd name="connsiteX4" fmla="*/ 1186527 w 2662490"/>
                <a:gd name="connsiteY4" fmla="*/ 6194 h 5470974"/>
                <a:gd name="connsiteX5" fmla="*/ 2142491 w 2662490"/>
                <a:gd name="connsiteY5" fmla="*/ 269431 h 5470974"/>
                <a:gd name="connsiteX6" fmla="*/ 2447291 w 2662490"/>
                <a:gd name="connsiteY6" fmla="*/ 1599467 h 5470974"/>
                <a:gd name="connsiteX7" fmla="*/ 1990091 w 2662490"/>
                <a:gd name="connsiteY7" fmla="*/ 2610849 h 5470974"/>
                <a:gd name="connsiteX8" fmla="*/ 1809982 w 2662490"/>
                <a:gd name="connsiteY8" fmla="*/ 3622231 h 5470974"/>
                <a:gd name="connsiteX9" fmla="*/ 2502709 w 2662490"/>
                <a:gd name="connsiteY9" fmla="*/ 4508922 h 5470974"/>
                <a:gd name="connsiteX10" fmla="*/ 2641254 w 2662490"/>
                <a:gd name="connsiteY10" fmla="*/ 5146231 h 5470974"/>
                <a:gd name="connsiteX11" fmla="*/ 2170200 w 2662490"/>
                <a:gd name="connsiteY11" fmla="*/ 5423322 h 5470974"/>
                <a:gd name="connsiteX12" fmla="*/ 729327 w 2662490"/>
                <a:gd name="connsiteY12" fmla="*/ 5395613 h 5470974"/>
                <a:gd name="connsiteX13" fmla="*/ 452236 w 2662490"/>
                <a:gd name="connsiteY13" fmla="*/ 4744449 h 5470974"/>
                <a:gd name="connsiteX0" fmla="*/ 452236 w 2628430"/>
                <a:gd name="connsiteY0" fmla="*/ 4744449 h 5470974"/>
                <a:gd name="connsiteX1" fmla="*/ 8891 w 2628430"/>
                <a:gd name="connsiteY1" fmla="*/ 2749394 h 5470974"/>
                <a:gd name="connsiteX2" fmla="*/ 175146 w 2628430"/>
                <a:gd name="connsiteY2" fmla="*/ 1211540 h 5470974"/>
                <a:gd name="connsiteX3" fmla="*/ 410673 w 2628430"/>
                <a:gd name="connsiteY3" fmla="*/ 394122 h 5470974"/>
                <a:gd name="connsiteX4" fmla="*/ 1186527 w 2628430"/>
                <a:gd name="connsiteY4" fmla="*/ 6194 h 5470974"/>
                <a:gd name="connsiteX5" fmla="*/ 2142491 w 2628430"/>
                <a:gd name="connsiteY5" fmla="*/ 269431 h 5470974"/>
                <a:gd name="connsiteX6" fmla="*/ 2447291 w 2628430"/>
                <a:gd name="connsiteY6" fmla="*/ 1599467 h 5470974"/>
                <a:gd name="connsiteX7" fmla="*/ 1990091 w 2628430"/>
                <a:gd name="connsiteY7" fmla="*/ 2610849 h 5470974"/>
                <a:gd name="connsiteX8" fmla="*/ 1809982 w 2628430"/>
                <a:gd name="connsiteY8" fmla="*/ 3622231 h 5470974"/>
                <a:gd name="connsiteX9" fmla="*/ 2502709 w 2628430"/>
                <a:gd name="connsiteY9" fmla="*/ 4508922 h 5470974"/>
                <a:gd name="connsiteX10" fmla="*/ 2599690 w 2628430"/>
                <a:gd name="connsiteY10" fmla="*/ 5132377 h 5470974"/>
                <a:gd name="connsiteX11" fmla="*/ 2170200 w 2628430"/>
                <a:gd name="connsiteY11" fmla="*/ 5423322 h 5470974"/>
                <a:gd name="connsiteX12" fmla="*/ 729327 w 2628430"/>
                <a:gd name="connsiteY12" fmla="*/ 5395613 h 5470974"/>
                <a:gd name="connsiteX13" fmla="*/ 452236 w 2628430"/>
                <a:gd name="connsiteY13" fmla="*/ 4744449 h 5470974"/>
                <a:gd name="connsiteX0" fmla="*/ 452236 w 2628430"/>
                <a:gd name="connsiteY0" fmla="*/ 4744449 h 5464715"/>
                <a:gd name="connsiteX1" fmla="*/ 8891 w 2628430"/>
                <a:gd name="connsiteY1" fmla="*/ 2749394 h 5464715"/>
                <a:gd name="connsiteX2" fmla="*/ 175146 w 2628430"/>
                <a:gd name="connsiteY2" fmla="*/ 1211540 h 5464715"/>
                <a:gd name="connsiteX3" fmla="*/ 410673 w 2628430"/>
                <a:gd name="connsiteY3" fmla="*/ 394122 h 5464715"/>
                <a:gd name="connsiteX4" fmla="*/ 1186527 w 2628430"/>
                <a:gd name="connsiteY4" fmla="*/ 6194 h 5464715"/>
                <a:gd name="connsiteX5" fmla="*/ 2142491 w 2628430"/>
                <a:gd name="connsiteY5" fmla="*/ 269431 h 5464715"/>
                <a:gd name="connsiteX6" fmla="*/ 2447291 w 2628430"/>
                <a:gd name="connsiteY6" fmla="*/ 1599467 h 5464715"/>
                <a:gd name="connsiteX7" fmla="*/ 1990091 w 2628430"/>
                <a:gd name="connsiteY7" fmla="*/ 2610849 h 5464715"/>
                <a:gd name="connsiteX8" fmla="*/ 1809982 w 2628430"/>
                <a:gd name="connsiteY8" fmla="*/ 3622231 h 5464715"/>
                <a:gd name="connsiteX9" fmla="*/ 2502709 w 2628430"/>
                <a:gd name="connsiteY9" fmla="*/ 4508922 h 5464715"/>
                <a:gd name="connsiteX10" fmla="*/ 2599690 w 2628430"/>
                <a:gd name="connsiteY10" fmla="*/ 5132377 h 5464715"/>
                <a:gd name="connsiteX11" fmla="*/ 2170200 w 2628430"/>
                <a:gd name="connsiteY11" fmla="*/ 5423322 h 5464715"/>
                <a:gd name="connsiteX12" fmla="*/ 895581 w 2628430"/>
                <a:gd name="connsiteY12" fmla="*/ 5381759 h 5464715"/>
                <a:gd name="connsiteX13" fmla="*/ 452236 w 2628430"/>
                <a:gd name="connsiteY13" fmla="*/ 4744449 h 5464715"/>
                <a:gd name="connsiteX0" fmla="*/ 281453 w 2457647"/>
                <a:gd name="connsiteY0" fmla="*/ 4744449 h 5464715"/>
                <a:gd name="connsiteX1" fmla="*/ 101345 w 2457647"/>
                <a:gd name="connsiteY1" fmla="*/ 2790958 h 5464715"/>
                <a:gd name="connsiteX2" fmla="*/ 4363 w 2457647"/>
                <a:gd name="connsiteY2" fmla="*/ 1211540 h 5464715"/>
                <a:gd name="connsiteX3" fmla="*/ 239890 w 2457647"/>
                <a:gd name="connsiteY3" fmla="*/ 394122 h 5464715"/>
                <a:gd name="connsiteX4" fmla="*/ 1015744 w 2457647"/>
                <a:gd name="connsiteY4" fmla="*/ 6194 h 5464715"/>
                <a:gd name="connsiteX5" fmla="*/ 1971708 w 2457647"/>
                <a:gd name="connsiteY5" fmla="*/ 269431 h 5464715"/>
                <a:gd name="connsiteX6" fmla="*/ 2276508 w 2457647"/>
                <a:gd name="connsiteY6" fmla="*/ 1599467 h 5464715"/>
                <a:gd name="connsiteX7" fmla="*/ 1819308 w 2457647"/>
                <a:gd name="connsiteY7" fmla="*/ 2610849 h 5464715"/>
                <a:gd name="connsiteX8" fmla="*/ 1639199 w 2457647"/>
                <a:gd name="connsiteY8" fmla="*/ 3622231 h 5464715"/>
                <a:gd name="connsiteX9" fmla="*/ 2331926 w 2457647"/>
                <a:gd name="connsiteY9" fmla="*/ 4508922 h 5464715"/>
                <a:gd name="connsiteX10" fmla="*/ 2428907 w 2457647"/>
                <a:gd name="connsiteY10" fmla="*/ 5132377 h 5464715"/>
                <a:gd name="connsiteX11" fmla="*/ 1999417 w 2457647"/>
                <a:gd name="connsiteY11" fmla="*/ 5423322 h 5464715"/>
                <a:gd name="connsiteX12" fmla="*/ 724798 w 2457647"/>
                <a:gd name="connsiteY12" fmla="*/ 5381759 h 5464715"/>
                <a:gd name="connsiteX13" fmla="*/ 281453 w 2457647"/>
                <a:gd name="connsiteY13" fmla="*/ 4744449 h 5464715"/>
                <a:gd name="connsiteX0" fmla="*/ 182997 w 2359191"/>
                <a:gd name="connsiteY0" fmla="*/ 4744449 h 5464715"/>
                <a:gd name="connsiteX1" fmla="*/ 2889 w 2359191"/>
                <a:gd name="connsiteY1" fmla="*/ 2790958 h 5464715"/>
                <a:gd name="connsiteX2" fmla="*/ 141434 w 2359191"/>
                <a:gd name="connsiteY2" fmla="*/ 394122 h 5464715"/>
                <a:gd name="connsiteX3" fmla="*/ 917288 w 2359191"/>
                <a:gd name="connsiteY3" fmla="*/ 6194 h 5464715"/>
                <a:gd name="connsiteX4" fmla="*/ 1873252 w 2359191"/>
                <a:gd name="connsiteY4" fmla="*/ 269431 h 5464715"/>
                <a:gd name="connsiteX5" fmla="*/ 2178052 w 2359191"/>
                <a:gd name="connsiteY5" fmla="*/ 1599467 h 5464715"/>
                <a:gd name="connsiteX6" fmla="*/ 1720852 w 2359191"/>
                <a:gd name="connsiteY6" fmla="*/ 2610849 h 5464715"/>
                <a:gd name="connsiteX7" fmla="*/ 1540743 w 2359191"/>
                <a:gd name="connsiteY7" fmla="*/ 3622231 h 5464715"/>
                <a:gd name="connsiteX8" fmla="*/ 2233470 w 2359191"/>
                <a:gd name="connsiteY8" fmla="*/ 4508922 h 5464715"/>
                <a:gd name="connsiteX9" fmla="*/ 2330451 w 2359191"/>
                <a:gd name="connsiteY9" fmla="*/ 5132377 h 5464715"/>
                <a:gd name="connsiteX10" fmla="*/ 1900961 w 2359191"/>
                <a:gd name="connsiteY10" fmla="*/ 5423322 h 5464715"/>
                <a:gd name="connsiteX11" fmla="*/ 626342 w 2359191"/>
                <a:gd name="connsiteY11" fmla="*/ 5381759 h 5464715"/>
                <a:gd name="connsiteX12" fmla="*/ 182997 w 2359191"/>
                <a:gd name="connsiteY12" fmla="*/ 4744449 h 5464715"/>
                <a:gd name="connsiteX0" fmla="*/ 180110 w 2356304"/>
                <a:gd name="connsiteY0" fmla="*/ 4785805 h 5506071"/>
                <a:gd name="connsiteX1" fmla="*/ 2 w 2356304"/>
                <a:gd name="connsiteY1" fmla="*/ 2832314 h 5506071"/>
                <a:gd name="connsiteX2" fmla="*/ 182207 w 2356304"/>
                <a:gd name="connsiteY2" fmla="*/ 1038518 h 5506071"/>
                <a:gd name="connsiteX3" fmla="*/ 914401 w 2356304"/>
                <a:gd name="connsiteY3" fmla="*/ 47550 h 5506071"/>
                <a:gd name="connsiteX4" fmla="*/ 1870365 w 2356304"/>
                <a:gd name="connsiteY4" fmla="*/ 310787 h 5506071"/>
                <a:gd name="connsiteX5" fmla="*/ 2175165 w 2356304"/>
                <a:gd name="connsiteY5" fmla="*/ 1640823 h 5506071"/>
                <a:gd name="connsiteX6" fmla="*/ 1717965 w 2356304"/>
                <a:gd name="connsiteY6" fmla="*/ 2652205 h 5506071"/>
                <a:gd name="connsiteX7" fmla="*/ 1537856 w 2356304"/>
                <a:gd name="connsiteY7" fmla="*/ 3663587 h 5506071"/>
                <a:gd name="connsiteX8" fmla="*/ 2230583 w 2356304"/>
                <a:gd name="connsiteY8" fmla="*/ 4550278 h 5506071"/>
                <a:gd name="connsiteX9" fmla="*/ 2327564 w 2356304"/>
                <a:gd name="connsiteY9" fmla="*/ 5173733 h 5506071"/>
                <a:gd name="connsiteX10" fmla="*/ 1898074 w 2356304"/>
                <a:gd name="connsiteY10" fmla="*/ 5464678 h 5506071"/>
                <a:gd name="connsiteX11" fmla="*/ 623455 w 2356304"/>
                <a:gd name="connsiteY11" fmla="*/ 5423115 h 5506071"/>
                <a:gd name="connsiteX12" fmla="*/ 180110 w 2356304"/>
                <a:gd name="connsiteY12" fmla="*/ 4785805 h 5506071"/>
                <a:gd name="connsiteX0" fmla="*/ 181079 w 2357273"/>
                <a:gd name="connsiteY0" fmla="*/ 4796399 h 5516665"/>
                <a:gd name="connsiteX1" fmla="*/ 971 w 2357273"/>
                <a:gd name="connsiteY1" fmla="*/ 2842908 h 5516665"/>
                <a:gd name="connsiteX2" fmla="*/ 248289 w 2357273"/>
                <a:gd name="connsiteY2" fmla="*/ 1196366 h 5516665"/>
                <a:gd name="connsiteX3" fmla="*/ 915370 w 2357273"/>
                <a:gd name="connsiteY3" fmla="*/ 58144 h 5516665"/>
                <a:gd name="connsiteX4" fmla="*/ 1871334 w 2357273"/>
                <a:gd name="connsiteY4" fmla="*/ 321381 h 5516665"/>
                <a:gd name="connsiteX5" fmla="*/ 2176134 w 2357273"/>
                <a:gd name="connsiteY5" fmla="*/ 1651417 h 5516665"/>
                <a:gd name="connsiteX6" fmla="*/ 1718934 w 2357273"/>
                <a:gd name="connsiteY6" fmla="*/ 2662799 h 5516665"/>
                <a:gd name="connsiteX7" fmla="*/ 1538825 w 2357273"/>
                <a:gd name="connsiteY7" fmla="*/ 3674181 h 5516665"/>
                <a:gd name="connsiteX8" fmla="*/ 2231552 w 2357273"/>
                <a:gd name="connsiteY8" fmla="*/ 4560872 h 5516665"/>
                <a:gd name="connsiteX9" fmla="*/ 2328533 w 2357273"/>
                <a:gd name="connsiteY9" fmla="*/ 5184327 h 5516665"/>
                <a:gd name="connsiteX10" fmla="*/ 1899043 w 2357273"/>
                <a:gd name="connsiteY10" fmla="*/ 5475272 h 5516665"/>
                <a:gd name="connsiteX11" fmla="*/ 624424 w 2357273"/>
                <a:gd name="connsiteY11" fmla="*/ 5433709 h 5516665"/>
                <a:gd name="connsiteX12" fmla="*/ 181079 w 2357273"/>
                <a:gd name="connsiteY12" fmla="*/ 4796399 h 5516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57273" h="5516665">
                  <a:moveTo>
                    <a:pt x="181079" y="4796399"/>
                  </a:moveTo>
                  <a:cubicBezTo>
                    <a:pt x="77170" y="4364599"/>
                    <a:pt x="-10231" y="3442913"/>
                    <a:pt x="971" y="2842908"/>
                  </a:cubicBezTo>
                  <a:cubicBezTo>
                    <a:pt x="12173" y="2242903"/>
                    <a:pt x="95889" y="1660493"/>
                    <a:pt x="248289" y="1196366"/>
                  </a:cubicBezTo>
                  <a:cubicBezTo>
                    <a:pt x="400689" y="732239"/>
                    <a:pt x="644863" y="203975"/>
                    <a:pt x="915370" y="58144"/>
                  </a:cubicBezTo>
                  <a:cubicBezTo>
                    <a:pt x="1185878" y="-87687"/>
                    <a:pt x="1661207" y="55836"/>
                    <a:pt x="1871334" y="321381"/>
                  </a:cubicBezTo>
                  <a:cubicBezTo>
                    <a:pt x="2081461" y="586926"/>
                    <a:pt x="2201534" y="1261181"/>
                    <a:pt x="2176134" y="1651417"/>
                  </a:cubicBezTo>
                  <a:cubicBezTo>
                    <a:pt x="2150734" y="2041653"/>
                    <a:pt x="1825152" y="2325672"/>
                    <a:pt x="1718934" y="2662799"/>
                  </a:cubicBezTo>
                  <a:cubicBezTo>
                    <a:pt x="1612716" y="2999926"/>
                    <a:pt x="1453389" y="3357836"/>
                    <a:pt x="1538825" y="3674181"/>
                  </a:cubicBezTo>
                  <a:cubicBezTo>
                    <a:pt x="1624261" y="3990527"/>
                    <a:pt x="2099934" y="4309181"/>
                    <a:pt x="2231552" y="4560872"/>
                  </a:cubicBezTo>
                  <a:cubicBezTo>
                    <a:pt x="2363170" y="4812563"/>
                    <a:pt x="2383951" y="5031927"/>
                    <a:pt x="2328533" y="5184327"/>
                  </a:cubicBezTo>
                  <a:cubicBezTo>
                    <a:pt x="2273115" y="5336727"/>
                    <a:pt x="2259261" y="5417545"/>
                    <a:pt x="1899043" y="5475272"/>
                  </a:cubicBezTo>
                  <a:cubicBezTo>
                    <a:pt x="1538825" y="5532999"/>
                    <a:pt x="908442" y="5539927"/>
                    <a:pt x="624424" y="5433709"/>
                  </a:cubicBezTo>
                  <a:cubicBezTo>
                    <a:pt x="340406" y="5327491"/>
                    <a:pt x="284988" y="5228199"/>
                    <a:pt x="181079" y="479639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BA58864D-AE1C-0C3A-AB26-9D1CBC4CEAAB}"/>
                </a:ext>
              </a:extLst>
            </p:cNvPr>
            <p:cNvSpPr/>
            <p:nvPr/>
          </p:nvSpPr>
          <p:spPr>
            <a:xfrm rot="10800000">
              <a:off x="3889995" y="1893406"/>
              <a:ext cx="609599" cy="89355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9EAE24A7-1EDE-076D-253D-797E6EB0B726}"/>
                </a:ext>
              </a:extLst>
            </p:cNvPr>
            <p:cNvSpPr/>
            <p:nvPr/>
          </p:nvSpPr>
          <p:spPr>
            <a:xfrm rot="10800000">
              <a:off x="3027811" y="1893404"/>
              <a:ext cx="609599" cy="89355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B1BD94C2-BD56-37C8-BE01-561FF8616360}"/>
                </a:ext>
              </a:extLst>
            </p:cNvPr>
            <p:cNvSpPr/>
            <p:nvPr/>
          </p:nvSpPr>
          <p:spPr>
            <a:xfrm rot="10800000">
              <a:off x="4661462" y="2099012"/>
              <a:ext cx="274360" cy="5486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C6C1499C-21F9-F132-42EB-EF458425B288}"/>
                </a:ext>
              </a:extLst>
            </p:cNvPr>
            <p:cNvSpPr/>
            <p:nvPr/>
          </p:nvSpPr>
          <p:spPr>
            <a:xfrm rot="10800000">
              <a:off x="2628761" y="2099015"/>
              <a:ext cx="274360" cy="5486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728915FE-AC09-2E6C-36BB-D7EADCFDCF1F}"/>
                </a:ext>
              </a:extLst>
            </p:cNvPr>
            <p:cNvSpPr/>
            <p:nvPr/>
          </p:nvSpPr>
          <p:spPr>
            <a:xfrm rot="10800000">
              <a:off x="4996699" y="2190451"/>
              <a:ext cx="274360" cy="5486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17DB136A-2957-42EB-34FA-E603A2D373B2}"/>
                </a:ext>
              </a:extLst>
            </p:cNvPr>
            <p:cNvSpPr/>
            <p:nvPr/>
          </p:nvSpPr>
          <p:spPr>
            <a:xfrm rot="10800000">
              <a:off x="5347261" y="2301951"/>
              <a:ext cx="27436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349C7F8C-F2FA-1585-A09C-11B7E75BD04B}"/>
                </a:ext>
              </a:extLst>
            </p:cNvPr>
            <p:cNvSpPr/>
            <p:nvPr/>
          </p:nvSpPr>
          <p:spPr>
            <a:xfrm rot="10800000">
              <a:off x="5682498" y="2556209"/>
              <a:ext cx="274360" cy="365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F8A0C7A1-2DD5-14ED-794E-C03270A99BBF}"/>
                </a:ext>
              </a:extLst>
            </p:cNvPr>
            <p:cNvSpPr/>
            <p:nvPr/>
          </p:nvSpPr>
          <p:spPr>
            <a:xfrm rot="10800000">
              <a:off x="2262559" y="2190453"/>
              <a:ext cx="274360" cy="5486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699405E2-C1E3-0A87-8FF8-CD661279C4D9}"/>
                </a:ext>
              </a:extLst>
            </p:cNvPr>
            <p:cNvSpPr/>
            <p:nvPr/>
          </p:nvSpPr>
          <p:spPr>
            <a:xfrm rot="10800000">
              <a:off x="1913464" y="2301954"/>
              <a:ext cx="27436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C439E4D9-247C-63D8-38E6-2A1DE61E652D}"/>
                </a:ext>
              </a:extLst>
            </p:cNvPr>
            <p:cNvSpPr/>
            <p:nvPr/>
          </p:nvSpPr>
          <p:spPr>
            <a:xfrm rot="10800000">
              <a:off x="1561866" y="2556216"/>
              <a:ext cx="274360" cy="365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52780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A712E0-5FA2-44B7-A111-337A073B03B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0975" y="914400"/>
            <a:ext cx="2603125" cy="53245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EB31053-C081-4FE3-9A84-072A698B2F0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57525" y="2286000"/>
            <a:ext cx="3028950" cy="4191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EF4E13B-916B-4C65-8B88-C144D129891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6200364" y="212585"/>
            <a:ext cx="2943636" cy="41058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AE538A9-4C05-4F55-AAEF-2B5125AE063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61471" y="4523295"/>
            <a:ext cx="2393161" cy="1895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193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7EC939-F605-4ED9-B409-7A96CEEB6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6217" y="1651862"/>
            <a:ext cx="5151566" cy="3554276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  <p:extLst>
      <p:ext uri="{BB962C8B-B14F-4D97-AF65-F5344CB8AC3E}">
        <p14:creationId xmlns:p14="http://schemas.microsoft.com/office/powerpoint/2010/main" val="3354816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304800" y="990600"/>
            <a:ext cx="8458200" cy="4724400"/>
          </a:xfrm>
          <a:prstGeom prst="rect">
            <a:avLst/>
          </a:pr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1200"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392799" y="1464640"/>
            <a:ext cx="1189221" cy="1126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i-IN" sz="6600" dirty="0">
                <a:ln w="12700">
                  <a:solidFill>
                    <a:schemeClr val="tx1"/>
                  </a:solidFill>
                </a:ln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मा</a:t>
            </a:r>
            <a:endParaRPr lang="en-US" sz="6600" dirty="0">
              <a:ln w="12700">
                <a:solidFill>
                  <a:schemeClr val="tx1"/>
                </a:solidFill>
              </a:ln>
              <a:effectLst>
                <a:glow rad="139700">
                  <a:schemeClr val="accent6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59258" y="1464640"/>
            <a:ext cx="2006541" cy="1126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i-IN" sz="6600" dirty="0">
                <a:ln w="12700">
                  <a:solidFill>
                    <a:schemeClr val="tx1"/>
                  </a:solidFill>
                </a:ln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शुच</a:t>
            </a:r>
            <a:r>
              <a:rPr lang="en-US" sz="6600" dirty="0">
                <a:ln w="12700">
                  <a:solidFill>
                    <a:schemeClr val="tx1"/>
                  </a:solidFill>
                </a:ln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064840"/>
            <a:ext cx="2550117" cy="1126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n w="12700">
                  <a:solidFill>
                    <a:schemeClr val="tx1"/>
                  </a:solidFill>
                </a:ln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Don’t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4246" y="3064840"/>
            <a:ext cx="2836376" cy="1126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n w="12700">
                  <a:solidFill>
                    <a:schemeClr val="tx1"/>
                  </a:solidFill>
                </a:ln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Worry</a:t>
            </a:r>
          </a:p>
        </p:txBody>
      </p:sp>
    </p:spTree>
    <p:extLst>
      <p:ext uri="{BB962C8B-B14F-4D97-AF65-F5344CB8AC3E}">
        <p14:creationId xmlns:p14="http://schemas.microsoft.com/office/powerpoint/2010/main" val="1129942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19758</TotalTime>
  <Words>28</Words>
  <Application>Microsoft Office PowerPoint</Application>
  <PresentationFormat>On-screen Show (4:3)</PresentationFormat>
  <Paragraphs>14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Footlight MT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DELLNBX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Roopashree</dc:creator>
  <cp:lastModifiedBy>sudeep@rapalearning.com</cp:lastModifiedBy>
  <cp:revision>54</cp:revision>
  <dcterms:created xsi:type="dcterms:W3CDTF">2017-02-16T16:21:17Z</dcterms:created>
  <dcterms:modified xsi:type="dcterms:W3CDTF">2024-11-17T12:57:21Z</dcterms:modified>
</cp:coreProperties>
</file>